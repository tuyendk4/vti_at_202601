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sldSz cx="12192000" cy="6858000"/>
  <p:notesSz cx="6858000" cy="9144000"/>
  <p:embeddedFontLst>
    <p:embeddedFont>
      <p:font typeface="Consolas" panose="020B0609020204030204" pitchFamily="49" charset="0"/>
      <p:regular r:id="rId72"/>
      <p:bold r:id="rId73"/>
      <p:italic r:id="rId74"/>
      <p:boldItalic r:id="rId75"/>
    </p:embeddedFont>
    <p:embeddedFont>
      <p:font typeface="Helvetica Neue" panose="02000503000000020004" pitchFamily="2" charset="0"/>
      <p:regular r:id="rId76"/>
      <p:bold r:id="rId77"/>
      <p:italic r:id="rId78"/>
      <p:boldItalic r:id="rId79"/>
    </p:embeddedFont>
    <p:embeddedFont>
      <p:font typeface="Tahoma" panose="020B0604030504040204" pitchFamily="34" charset="0"/>
      <p:regular r:id="rId80"/>
      <p:bold r:id="rId8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2" roundtripDataSignature="AMtx7mgTK3wicH+UXru2Xmchcxy82vasi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0D635BB-A604-4ABF-AB61-41E96DD2AC65}">
  <a:tblStyle styleId="{E0D635BB-A604-4ABF-AB61-41E96DD2AC6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3"/>
    <p:restoredTop sz="94694"/>
  </p:normalViewPr>
  <p:slideViewPr>
    <p:cSldViewPr snapToGrid="0">
      <p:cViewPr varScale="1">
        <p:scale>
          <a:sx n="104" d="100"/>
          <a:sy n="104" d="100"/>
        </p:scale>
        <p:origin x="232" y="5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3.fntdata"/><Relationship Id="rId79" Type="http://schemas.openxmlformats.org/officeDocument/2006/relationships/font" Target="fonts/font8.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fntdata"/><Relationship Id="rId80" Type="http://schemas.openxmlformats.org/officeDocument/2006/relationships/font" Target="fonts/font9.fntdata"/><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4.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2.fntdata"/><Relationship Id="rId78" Type="http://schemas.openxmlformats.org/officeDocument/2006/relationships/font" Target="fonts/font7.fntdata"/><Relationship Id="rId81" Type="http://schemas.openxmlformats.org/officeDocument/2006/relationships/font" Target="fonts/font10.fnt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5.fntdata"/><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 name="Google Shape;4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 name="Google Shape;5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4" name="Google Shape;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9" name="Google Shape;7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3" name="Google Shape;9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0" name="Google Shape;10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7" name="Google Shape;10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0: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10</a:t>
            </a:fld>
            <a:endParaRPr sz="1200" b="0" i="0" u="none" strike="noStrike" cap="none">
              <a:solidFill>
                <a:schemeClr val="dk1"/>
              </a:solidFill>
              <a:latin typeface="Tahoma"/>
              <a:ea typeface="Tahoma"/>
              <a:cs typeface="Tahoma"/>
              <a:sym typeface="Tahoma"/>
            </a:endParaRPr>
          </a:p>
        </p:txBody>
      </p:sp>
      <p:sp>
        <p:nvSpPr>
          <p:cNvPr id="114" name="Google Shape;11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5" name="Google Shape;115;p10: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1: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11</a:t>
            </a:fld>
            <a:endParaRPr sz="1200" b="0" i="0" u="none" strike="noStrike" cap="none">
              <a:solidFill>
                <a:schemeClr val="dk1"/>
              </a:solidFill>
              <a:latin typeface="Tahoma"/>
              <a:ea typeface="Tahoma"/>
              <a:cs typeface="Tahoma"/>
              <a:sym typeface="Tahoma"/>
            </a:endParaRPr>
          </a:p>
        </p:txBody>
      </p:sp>
      <p:sp>
        <p:nvSpPr>
          <p:cNvPr id="122" name="Google Shape;12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3" name="Google Shape;123;p11: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12</a:t>
            </a:fld>
            <a:endParaRPr sz="1200" b="0" i="0" u="none" strike="noStrike" cap="none">
              <a:solidFill>
                <a:schemeClr val="dk1"/>
              </a:solidFill>
              <a:latin typeface="Tahoma"/>
              <a:ea typeface="Tahoma"/>
              <a:cs typeface="Tahoma"/>
              <a:sym typeface="Tahoma"/>
            </a:endParaRPr>
          </a:p>
        </p:txBody>
      </p:sp>
      <p:sp>
        <p:nvSpPr>
          <p:cNvPr id="130" name="Google Shape;13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1" name="Google Shape;131;p12: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3: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13</a:t>
            </a:fld>
            <a:endParaRPr sz="1200" b="0" i="0" u="none" strike="noStrike" cap="none">
              <a:solidFill>
                <a:schemeClr val="dk1"/>
              </a:solidFill>
              <a:latin typeface="Tahoma"/>
              <a:ea typeface="Tahoma"/>
              <a:cs typeface="Tahoma"/>
              <a:sym typeface="Tahoma"/>
            </a:endParaRPr>
          </a:p>
        </p:txBody>
      </p:sp>
      <p:sp>
        <p:nvSpPr>
          <p:cNvPr id="139" name="Google Shape;139;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40" name="Google Shape;140;p13: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4: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14</a:t>
            </a:fld>
            <a:endParaRPr sz="1200" b="0" i="0" u="none" strike="noStrike" cap="none">
              <a:solidFill>
                <a:schemeClr val="dk1"/>
              </a:solidFill>
              <a:latin typeface="Tahoma"/>
              <a:ea typeface="Tahoma"/>
              <a:cs typeface="Tahoma"/>
              <a:sym typeface="Tahoma"/>
            </a:endParaRPr>
          </a:p>
        </p:txBody>
      </p:sp>
      <p:sp>
        <p:nvSpPr>
          <p:cNvPr id="147" name="Google Shape;14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48" name="Google Shape;148;p14: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5: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15</a:t>
            </a:fld>
            <a:endParaRPr sz="1200" b="0" i="0" u="none" strike="noStrike" cap="none">
              <a:solidFill>
                <a:schemeClr val="dk1"/>
              </a:solidFill>
              <a:latin typeface="Tahoma"/>
              <a:ea typeface="Tahoma"/>
              <a:cs typeface="Tahoma"/>
              <a:sym typeface="Tahoma"/>
            </a:endParaRPr>
          </a:p>
        </p:txBody>
      </p:sp>
      <p:sp>
        <p:nvSpPr>
          <p:cNvPr id="155" name="Google Shape;15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56" name="Google Shape;156;p15: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4" name="Google Shape;16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1" name="Google Shape;17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8: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18</a:t>
            </a:fld>
            <a:endParaRPr sz="1200" b="0" i="0" u="none" strike="noStrike" cap="none">
              <a:solidFill>
                <a:schemeClr val="dk1"/>
              </a:solidFill>
              <a:latin typeface="Tahoma"/>
              <a:ea typeface="Tahoma"/>
              <a:cs typeface="Tahoma"/>
              <a:sym typeface="Tahoma"/>
            </a:endParaRPr>
          </a:p>
        </p:txBody>
      </p:sp>
      <p:sp>
        <p:nvSpPr>
          <p:cNvPr id="178" name="Google Shape;178;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79" name="Google Shape;179;p18: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9: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19</a:t>
            </a:fld>
            <a:endParaRPr sz="1200" b="0" i="0" u="none" strike="noStrike" cap="none">
              <a:solidFill>
                <a:schemeClr val="dk1"/>
              </a:solidFill>
              <a:latin typeface="Tahoma"/>
              <a:ea typeface="Tahoma"/>
              <a:cs typeface="Tahoma"/>
              <a:sym typeface="Tahoma"/>
            </a:endParaRPr>
          </a:p>
        </p:txBody>
      </p:sp>
      <p:sp>
        <p:nvSpPr>
          <p:cNvPr id="186" name="Google Shape;18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87" name="Google Shape;187;p19: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4" name="Google Shape;194;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1: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21</a:t>
            </a:fld>
            <a:endParaRPr sz="1200" b="0" i="0" u="none" strike="noStrike" cap="none">
              <a:solidFill>
                <a:schemeClr val="dk1"/>
              </a:solidFill>
              <a:latin typeface="Tahoma"/>
              <a:ea typeface="Tahoma"/>
              <a:cs typeface="Tahoma"/>
              <a:sym typeface="Tahoma"/>
            </a:endParaRPr>
          </a:p>
        </p:txBody>
      </p:sp>
      <p:sp>
        <p:nvSpPr>
          <p:cNvPr id="201" name="Google Shape;20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02" name="Google Shape;202;p21: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22</a:t>
            </a:fld>
            <a:endParaRPr sz="1200" b="0" i="0" u="none" strike="noStrike" cap="none">
              <a:solidFill>
                <a:schemeClr val="dk1"/>
              </a:solidFill>
              <a:latin typeface="Tahoma"/>
              <a:ea typeface="Tahoma"/>
              <a:cs typeface="Tahoma"/>
              <a:sym typeface="Tahoma"/>
            </a:endParaRPr>
          </a:p>
        </p:txBody>
      </p:sp>
      <p:sp>
        <p:nvSpPr>
          <p:cNvPr id="209" name="Google Shape;20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10" name="Google Shape;210;p22: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3: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23</a:t>
            </a:fld>
            <a:endParaRPr sz="1200" b="0" i="0" u="none" strike="noStrike" cap="none">
              <a:solidFill>
                <a:schemeClr val="dk1"/>
              </a:solidFill>
              <a:latin typeface="Tahoma"/>
              <a:ea typeface="Tahoma"/>
              <a:cs typeface="Tahoma"/>
              <a:sym typeface="Tahoma"/>
            </a:endParaRPr>
          </a:p>
        </p:txBody>
      </p:sp>
      <p:sp>
        <p:nvSpPr>
          <p:cNvPr id="217" name="Google Shape;217;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18" name="Google Shape;218;p23: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4: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24</a:t>
            </a:fld>
            <a:endParaRPr sz="1200" b="0" i="0" u="none" strike="noStrike" cap="none">
              <a:solidFill>
                <a:schemeClr val="dk1"/>
              </a:solidFill>
              <a:latin typeface="Tahoma"/>
              <a:ea typeface="Tahoma"/>
              <a:cs typeface="Tahoma"/>
              <a:sym typeface="Tahoma"/>
            </a:endParaRPr>
          </a:p>
        </p:txBody>
      </p:sp>
      <p:sp>
        <p:nvSpPr>
          <p:cNvPr id="225" name="Google Shape;22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26" name="Google Shape;226;p24: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5: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25</a:t>
            </a:fld>
            <a:endParaRPr sz="1200" b="0" i="0" u="none" strike="noStrike" cap="none">
              <a:solidFill>
                <a:schemeClr val="dk1"/>
              </a:solidFill>
              <a:latin typeface="Tahoma"/>
              <a:ea typeface="Tahoma"/>
              <a:cs typeface="Tahoma"/>
              <a:sym typeface="Tahoma"/>
            </a:endParaRPr>
          </a:p>
        </p:txBody>
      </p:sp>
      <p:sp>
        <p:nvSpPr>
          <p:cNvPr id="233" name="Google Shape;23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34" name="Google Shape;234;p25: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6: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26</a:t>
            </a:fld>
            <a:endParaRPr sz="1200" b="0" i="0" u="none" strike="noStrike" cap="none">
              <a:solidFill>
                <a:schemeClr val="dk1"/>
              </a:solidFill>
              <a:latin typeface="Tahoma"/>
              <a:ea typeface="Tahoma"/>
              <a:cs typeface="Tahoma"/>
              <a:sym typeface="Tahoma"/>
            </a:endParaRPr>
          </a:p>
        </p:txBody>
      </p:sp>
      <p:sp>
        <p:nvSpPr>
          <p:cNvPr id="241" name="Google Shape;241;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42" name="Google Shape;242;p26: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7: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27</a:t>
            </a:fld>
            <a:endParaRPr sz="1200" b="0" i="0" u="none" strike="noStrike" cap="none">
              <a:solidFill>
                <a:schemeClr val="dk1"/>
              </a:solidFill>
              <a:latin typeface="Tahoma"/>
              <a:ea typeface="Tahoma"/>
              <a:cs typeface="Tahoma"/>
              <a:sym typeface="Tahoma"/>
            </a:endParaRPr>
          </a:p>
        </p:txBody>
      </p:sp>
      <p:sp>
        <p:nvSpPr>
          <p:cNvPr id="249" name="Google Shape;249;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50" name="Google Shape;250;p27: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8: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28</a:t>
            </a:fld>
            <a:endParaRPr sz="1200" b="0" i="0" u="none" strike="noStrike" cap="none">
              <a:solidFill>
                <a:schemeClr val="dk1"/>
              </a:solidFill>
              <a:latin typeface="Tahoma"/>
              <a:ea typeface="Tahoma"/>
              <a:cs typeface="Tahoma"/>
              <a:sym typeface="Tahoma"/>
            </a:endParaRPr>
          </a:p>
        </p:txBody>
      </p:sp>
      <p:sp>
        <p:nvSpPr>
          <p:cNvPr id="258" name="Google Shape;258;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59" name="Google Shape;259;p28: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9: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29</a:t>
            </a:fld>
            <a:endParaRPr sz="1200" b="0" i="0" u="none" strike="noStrike" cap="none">
              <a:solidFill>
                <a:schemeClr val="dk1"/>
              </a:solidFill>
              <a:latin typeface="Tahoma"/>
              <a:ea typeface="Tahoma"/>
              <a:cs typeface="Tahoma"/>
              <a:sym typeface="Tahoma"/>
            </a:endParaRPr>
          </a:p>
        </p:txBody>
      </p:sp>
      <p:sp>
        <p:nvSpPr>
          <p:cNvPr id="266" name="Google Shape;266;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67" name="Google Shape;267;p29: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30: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30</a:t>
            </a:fld>
            <a:endParaRPr sz="1200" b="0" i="0" u="none" strike="noStrike" cap="none">
              <a:solidFill>
                <a:schemeClr val="dk1"/>
              </a:solidFill>
              <a:latin typeface="Tahoma"/>
              <a:ea typeface="Tahoma"/>
              <a:cs typeface="Tahoma"/>
              <a:sym typeface="Tahoma"/>
            </a:endParaRPr>
          </a:p>
        </p:txBody>
      </p:sp>
      <p:sp>
        <p:nvSpPr>
          <p:cNvPr id="274" name="Google Shape;274;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75" name="Google Shape;275;p30: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31: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31</a:t>
            </a:fld>
            <a:endParaRPr sz="1200" b="0" i="0" u="none" strike="noStrike" cap="none">
              <a:solidFill>
                <a:schemeClr val="dk1"/>
              </a:solidFill>
              <a:latin typeface="Tahoma"/>
              <a:ea typeface="Tahoma"/>
              <a:cs typeface="Tahoma"/>
              <a:sym typeface="Tahoma"/>
            </a:endParaRPr>
          </a:p>
        </p:txBody>
      </p:sp>
      <p:sp>
        <p:nvSpPr>
          <p:cNvPr id="282" name="Google Shape;28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83" name="Google Shape;283;p31: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32</a:t>
            </a:fld>
            <a:endParaRPr sz="1200" b="0" i="0" u="none" strike="noStrike" cap="none">
              <a:solidFill>
                <a:schemeClr val="dk1"/>
              </a:solidFill>
              <a:latin typeface="Tahoma"/>
              <a:ea typeface="Tahoma"/>
              <a:cs typeface="Tahoma"/>
              <a:sym typeface="Tahoma"/>
            </a:endParaRPr>
          </a:p>
        </p:txBody>
      </p:sp>
      <p:sp>
        <p:nvSpPr>
          <p:cNvPr id="290" name="Google Shape;290;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91" name="Google Shape;291;p32: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33: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33</a:t>
            </a:fld>
            <a:endParaRPr sz="1200" b="0" i="0" u="none" strike="noStrike" cap="none">
              <a:solidFill>
                <a:schemeClr val="dk1"/>
              </a:solidFill>
              <a:latin typeface="Tahoma"/>
              <a:ea typeface="Tahoma"/>
              <a:cs typeface="Tahoma"/>
              <a:sym typeface="Tahoma"/>
            </a:endParaRPr>
          </a:p>
        </p:txBody>
      </p:sp>
      <p:sp>
        <p:nvSpPr>
          <p:cNvPr id="298" name="Google Shape;298;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99" name="Google Shape;299;p33: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4: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34</a:t>
            </a:fld>
            <a:endParaRPr sz="1200" b="0" i="0" u="none" strike="noStrike" cap="none">
              <a:solidFill>
                <a:schemeClr val="dk1"/>
              </a:solidFill>
              <a:latin typeface="Tahoma"/>
              <a:ea typeface="Tahoma"/>
              <a:cs typeface="Tahoma"/>
              <a:sym typeface="Tahoma"/>
            </a:endParaRPr>
          </a:p>
        </p:txBody>
      </p:sp>
      <p:sp>
        <p:nvSpPr>
          <p:cNvPr id="306" name="Google Shape;306;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07" name="Google Shape;307;p34: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35: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35</a:t>
            </a:fld>
            <a:endParaRPr sz="1200" b="0" i="0" u="none" strike="noStrike" cap="none">
              <a:solidFill>
                <a:schemeClr val="dk1"/>
              </a:solidFill>
              <a:latin typeface="Tahoma"/>
              <a:ea typeface="Tahoma"/>
              <a:cs typeface="Tahoma"/>
              <a:sym typeface="Tahoma"/>
            </a:endParaRPr>
          </a:p>
        </p:txBody>
      </p:sp>
      <p:sp>
        <p:nvSpPr>
          <p:cNvPr id="314" name="Google Shape;314;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15" name="Google Shape;315;p35: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6: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36</a:t>
            </a:fld>
            <a:endParaRPr sz="1200" b="0" i="0" u="none" strike="noStrike" cap="none">
              <a:solidFill>
                <a:schemeClr val="dk1"/>
              </a:solidFill>
              <a:latin typeface="Tahoma"/>
              <a:ea typeface="Tahoma"/>
              <a:cs typeface="Tahoma"/>
              <a:sym typeface="Tahoma"/>
            </a:endParaRPr>
          </a:p>
        </p:txBody>
      </p:sp>
      <p:sp>
        <p:nvSpPr>
          <p:cNvPr id="322" name="Google Shape;322;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23" name="Google Shape;323;p36: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7: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37</a:t>
            </a:fld>
            <a:endParaRPr sz="1200" b="0" i="0" u="none" strike="noStrike" cap="none">
              <a:solidFill>
                <a:schemeClr val="dk1"/>
              </a:solidFill>
              <a:latin typeface="Tahoma"/>
              <a:ea typeface="Tahoma"/>
              <a:cs typeface="Tahoma"/>
              <a:sym typeface="Tahoma"/>
            </a:endParaRPr>
          </a:p>
        </p:txBody>
      </p:sp>
      <p:sp>
        <p:nvSpPr>
          <p:cNvPr id="330" name="Google Shape;33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31" name="Google Shape;331;p37: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8: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38</a:t>
            </a:fld>
            <a:endParaRPr sz="1200" b="0" i="0" u="none" strike="noStrike" cap="none">
              <a:solidFill>
                <a:schemeClr val="dk1"/>
              </a:solidFill>
              <a:latin typeface="Tahoma"/>
              <a:ea typeface="Tahoma"/>
              <a:cs typeface="Tahoma"/>
              <a:sym typeface="Tahoma"/>
            </a:endParaRPr>
          </a:p>
        </p:txBody>
      </p:sp>
      <p:sp>
        <p:nvSpPr>
          <p:cNvPr id="338" name="Google Shape;338;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39" name="Google Shape;339;p38: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9: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39</a:t>
            </a:fld>
            <a:endParaRPr sz="1200" b="0" i="0" u="none" strike="noStrike" cap="none">
              <a:solidFill>
                <a:schemeClr val="dk1"/>
              </a:solidFill>
              <a:latin typeface="Tahoma"/>
              <a:ea typeface="Tahoma"/>
              <a:cs typeface="Tahoma"/>
              <a:sym typeface="Tahoma"/>
            </a:endParaRPr>
          </a:p>
        </p:txBody>
      </p:sp>
      <p:sp>
        <p:nvSpPr>
          <p:cNvPr id="346" name="Google Shape;346;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47" name="Google Shape;347;p39: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40: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40</a:t>
            </a:fld>
            <a:endParaRPr sz="1200" b="0" i="0" u="none" strike="noStrike" cap="none">
              <a:solidFill>
                <a:schemeClr val="dk1"/>
              </a:solidFill>
              <a:latin typeface="Tahoma"/>
              <a:ea typeface="Tahoma"/>
              <a:cs typeface="Tahoma"/>
              <a:sym typeface="Tahoma"/>
            </a:endParaRPr>
          </a:p>
        </p:txBody>
      </p:sp>
      <p:sp>
        <p:nvSpPr>
          <p:cNvPr id="354" name="Google Shape;354;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55" name="Google Shape;355;p40: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41: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41</a:t>
            </a:fld>
            <a:endParaRPr sz="1200" b="0" i="0" u="none" strike="noStrike" cap="none">
              <a:solidFill>
                <a:schemeClr val="dk1"/>
              </a:solidFill>
              <a:latin typeface="Tahoma"/>
              <a:ea typeface="Tahoma"/>
              <a:cs typeface="Tahoma"/>
              <a:sym typeface="Tahoma"/>
            </a:endParaRPr>
          </a:p>
        </p:txBody>
      </p:sp>
      <p:sp>
        <p:nvSpPr>
          <p:cNvPr id="362" name="Google Shape;362;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63" name="Google Shape;363;p41: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4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42</a:t>
            </a:fld>
            <a:endParaRPr sz="1200" b="0" i="0" u="none" strike="noStrike" cap="none">
              <a:solidFill>
                <a:schemeClr val="dk1"/>
              </a:solidFill>
              <a:latin typeface="Tahoma"/>
              <a:ea typeface="Tahoma"/>
              <a:cs typeface="Tahoma"/>
              <a:sym typeface="Tahoma"/>
            </a:endParaRPr>
          </a:p>
        </p:txBody>
      </p:sp>
      <p:sp>
        <p:nvSpPr>
          <p:cNvPr id="370" name="Google Shape;3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71" name="Google Shape;371;p42: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43: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43</a:t>
            </a:fld>
            <a:endParaRPr sz="1200" b="0" i="0" u="none" strike="noStrike" cap="none">
              <a:solidFill>
                <a:schemeClr val="dk1"/>
              </a:solidFill>
              <a:latin typeface="Tahoma"/>
              <a:ea typeface="Tahoma"/>
              <a:cs typeface="Tahoma"/>
              <a:sym typeface="Tahoma"/>
            </a:endParaRPr>
          </a:p>
        </p:txBody>
      </p:sp>
      <p:sp>
        <p:nvSpPr>
          <p:cNvPr id="378" name="Google Shape;378;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79" name="Google Shape;379;p43: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44: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44</a:t>
            </a:fld>
            <a:endParaRPr sz="1200" b="0" i="0" u="none" strike="noStrike" cap="none">
              <a:solidFill>
                <a:schemeClr val="dk1"/>
              </a:solidFill>
              <a:latin typeface="Tahoma"/>
              <a:ea typeface="Tahoma"/>
              <a:cs typeface="Tahoma"/>
              <a:sym typeface="Tahoma"/>
            </a:endParaRPr>
          </a:p>
        </p:txBody>
      </p:sp>
      <p:sp>
        <p:nvSpPr>
          <p:cNvPr id="386" name="Google Shape;3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87" name="Google Shape;387;p44: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45: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45</a:t>
            </a:fld>
            <a:endParaRPr sz="1200" b="0" i="0" u="none" strike="noStrike" cap="none">
              <a:solidFill>
                <a:schemeClr val="dk1"/>
              </a:solidFill>
              <a:latin typeface="Tahoma"/>
              <a:ea typeface="Tahoma"/>
              <a:cs typeface="Tahoma"/>
              <a:sym typeface="Tahoma"/>
            </a:endParaRPr>
          </a:p>
        </p:txBody>
      </p:sp>
      <p:sp>
        <p:nvSpPr>
          <p:cNvPr id="394" name="Google Shape;394;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95" name="Google Shape;395;p45: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4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2" name="Google Shape;402;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4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9" name="Google Shape;409;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4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6" name="Google Shape;416;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4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3" name="Google Shape;423;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5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0" name="Google Shape;430;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5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7" name="Google Shape;437;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5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52</a:t>
            </a:fld>
            <a:endParaRPr sz="1200" b="0" i="0" u="none" strike="noStrike" cap="none">
              <a:solidFill>
                <a:schemeClr val="dk1"/>
              </a:solidFill>
              <a:latin typeface="Tahoma"/>
              <a:ea typeface="Tahoma"/>
              <a:cs typeface="Tahoma"/>
              <a:sym typeface="Tahoma"/>
            </a:endParaRPr>
          </a:p>
        </p:txBody>
      </p:sp>
      <p:sp>
        <p:nvSpPr>
          <p:cNvPr id="444" name="Google Shape;444;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45" name="Google Shape;445;p52: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53: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53</a:t>
            </a:fld>
            <a:endParaRPr sz="1200" b="0" i="0" u="none" strike="noStrike" cap="none">
              <a:solidFill>
                <a:schemeClr val="dk1"/>
              </a:solidFill>
              <a:latin typeface="Tahoma"/>
              <a:ea typeface="Tahoma"/>
              <a:cs typeface="Tahoma"/>
              <a:sym typeface="Tahoma"/>
            </a:endParaRPr>
          </a:p>
        </p:txBody>
      </p:sp>
      <p:sp>
        <p:nvSpPr>
          <p:cNvPr id="452" name="Google Shape;452;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53" name="Google Shape;453;p53: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54: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54</a:t>
            </a:fld>
            <a:endParaRPr sz="1200" b="0" i="0" u="none" strike="noStrike" cap="none">
              <a:solidFill>
                <a:schemeClr val="dk1"/>
              </a:solidFill>
              <a:latin typeface="Tahoma"/>
              <a:ea typeface="Tahoma"/>
              <a:cs typeface="Tahoma"/>
              <a:sym typeface="Tahoma"/>
            </a:endParaRPr>
          </a:p>
        </p:txBody>
      </p:sp>
      <p:sp>
        <p:nvSpPr>
          <p:cNvPr id="460" name="Google Shape;460;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61" name="Google Shape;461;p54: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55: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55</a:t>
            </a:fld>
            <a:endParaRPr sz="1200" b="0" i="0" u="none" strike="noStrike" cap="none">
              <a:solidFill>
                <a:schemeClr val="dk1"/>
              </a:solidFill>
              <a:latin typeface="Tahoma"/>
              <a:ea typeface="Tahoma"/>
              <a:cs typeface="Tahoma"/>
              <a:sym typeface="Tahoma"/>
            </a:endParaRPr>
          </a:p>
        </p:txBody>
      </p:sp>
      <p:sp>
        <p:nvSpPr>
          <p:cNvPr id="468" name="Google Shape;468;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69" name="Google Shape;469;p55: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56: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56</a:t>
            </a:fld>
            <a:endParaRPr sz="1200" b="0" i="0" u="none" strike="noStrike" cap="none">
              <a:solidFill>
                <a:schemeClr val="dk1"/>
              </a:solidFill>
              <a:latin typeface="Tahoma"/>
              <a:ea typeface="Tahoma"/>
              <a:cs typeface="Tahoma"/>
              <a:sym typeface="Tahoma"/>
            </a:endParaRPr>
          </a:p>
        </p:txBody>
      </p:sp>
      <p:sp>
        <p:nvSpPr>
          <p:cNvPr id="476" name="Google Shape;476;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77" name="Google Shape;477;p56: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57: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57</a:t>
            </a:fld>
            <a:endParaRPr sz="1200" b="0" i="0" u="none" strike="noStrike" cap="none">
              <a:solidFill>
                <a:schemeClr val="dk1"/>
              </a:solidFill>
              <a:latin typeface="Tahoma"/>
              <a:ea typeface="Tahoma"/>
              <a:cs typeface="Tahoma"/>
              <a:sym typeface="Tahoma"/>
            </a:endParaRPr>
          </a:p>
        </p:txBody>
      </p:sp>
      <p:sp>
        <p:nvSpPr>
          <p:cNvPr id="484" name="Google Shape;484;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85" name="Google Shape;485;p57: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58: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58</a:t>
            </a:fld>
            <a:endParaRPr sz="1200" b="0" i="0" u="none" strike="noStrike" cap="none">
              <a:solidFill>
                <a:schemeClr val="dk1"/>
              </a:solidFill>
              <a:latin typeface="Tahoma"/>
              <a:ea typeface="Tahoma"/>
              <a:cs typeface="Tahoma"/>
              <a:sym typeface="Tahoma"/>
            </a:endParaRPr>
          </a:p>
        </p:txBody>
      </p:sp>
      <p:sp>
        <p:nvSpPr>
          <p:cNvPr id="492" name="Google Shape;492;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93" name="Google Shape;493;p58: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59: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59</a:t>
            </a:fld>
            <a:endParaRPr sz="1200" b="0" i="0" u="none" strike="noStrike" cap="none">
              <a:solidFill>
                <a:schemeClr val="dk1"/>
              </a:solidFill>
              <a:latin typeface="Tahoma"/>
              <a:ea typeface="Tahoma"/>
              <a:cs typeface="Tahoma"/>
              <a:sym typeface="Tahoma"/>
            </a:endParaRPr>
          </a:p>
        </p:txBody>
      </p:sp>
      <p:sp>
        <p:nvSpPr>
          <p:cNvPr id="500" name="Google Shape;50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01" name="Google Shape;501;p59: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60: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60</a:t>
            </a:fld>
            <a:endParaRPr sz="1200" b="0" i="0" u="none" strike="noStrike" cap="none">
              <a:solidFill>
                <a:schemeClr val="dk1"/>
              </a:solidFill>
              <a:latin typeface="Tahoma"/>
              <a:ea typeface="Tahoma"/>
              <a:cs typeface="Tahoma"/>
              <a:sym typeface="Tahoma"/>
            </a:endParaRPr>
          </a:p>
        </p:txBody>
      </p:sp>
      <p:sp>
        <p:nvSpPr>
          <p:cNvPr id="508" name="Google Shape;508;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09" name="Google Shape;509;p60: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61: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61</a:t>
            </a:fld>
            <a:endParaRPr sz="1200" b="0" i="0" u="none" strike="noStrike" cap="none">
              <a:solidFill>
                <a:schemeClr val="dk1"/>
              </a:solidFill>
              <a:latin typeface="Tahoma"/>
              <a:ea typeface="Tahoma"/>
              <a:cs typeface="Tahoma"/>
              <a:sym typeface="Tahoma"/>
            </a:endParaRPr>
          </a:p>
        </p:txBody>
      </p:sp>
      <p:sp>
        <p:nvSpPr>
          <p:cNvPr id="517" name="Google Shape;517;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18" name="Google Shape;518;p61: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6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62</a:t>
            </a:fld>
            <a:endParaRPr sz="1200" b="0" i="0" u="none" strike="noStrike" cap="none">
              <a:solidFill>
                <a:schemeClr val="dk1"/>
              </a:solidFill>
              <a:latin typeface="Tahoma"/>
              <a:ea typeface="Tahoma"/>
              <a:cs typeface="Tahoma"/>
              <a:sym typeface="Tahoma"/>
            </a:endParaRPr>
          </a:p>
        </p:txBody>
      </p:sp>
      <p:sp>
        <p:nvSpPr>
          <p:cNvPr id="525" name="Google Shape;525;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26" name="Google Shape;526;p62: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63: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63</a:t>
            </a:fld>
            <a:endParaRPr sz="1200" b="0" i="0" u="none" strike="noStrike" cap="none">
              <a:solidFill>
                <a:schemeClr val="dk1"/>
              </a:solidFill>
              <a:latin typeface="Tahoma"/>
              <a:ea typeface="Tahoma"/>
              <a:cs typeface="Tahoma"/>
              <a:sym typeface="Tahoma"/>
            </a:endParaRPr>
          </a:p>
        </p:txBody>
      </p:sp>
      <p:sp>
        <p:nvSpPr>
          <p:cNvPr id="534" name="Google Shape;534;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35" name="Google Shape;535;p63: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64: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64</a:t>
            </a:fld>
            <a:endParaRPr sz="1200" b="0" i="0" u="none" strike="noStrike" cap="none">
              <a:solidFill>
                <a:schemeClr val="dk1"/>
              </a:solidFill>
              <a:latin typeface="Tahoma"/>
              <a:ea typeface="Tahoma"/>
              <a:cs typeface="Tahoma"/>
              <a:sym typeface="Tahoma"/>
            </a:endParaRPr>
          </a:p>
        </p:txBody>
      </p:sp>
      <p:sp>
        <p:nvSpPr>
          <p:cNvPr id="542" name="Google Shape;542;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43" name="Google Shape;543;p64: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6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0" name="Google Shape;550;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6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7" name="Google Shape;557;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6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64" name="Google Shape;564;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6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1" name="Google Shape;571;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7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9" name="Google Shape;579;p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7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chemeClr val="dk1"/>
                </a:solidFill>
                <a:latin typeface="Arial"/>
                <a:ea typeface="Arial"/>
                <a:cs typeface="Arial"/>
                <a:sym typeface="Arial"/>
              </a:defRPr>
            </a:lvl1pPr>
            <a:lvl2pPr marL="0" lvl="1" indent="0" algn="r">
              <a:spcBef>
                <a:spcPts val="0"/>
              </a:spcBef>
              <a:spcAft>
                <a:spcPts val="0"/>
              </a:spcAft>
              <a:buNone/>
              <a:defRPr sz="1800" b="0" i="0" u="none" strike="noStrike" cap="none">
                <a:solidFill>
                  <a:schemeClr val="dk1"/>
                </a:solidFill>
                <a:latin typeface="Arial"/>
                <a:ea typeface="Arial"/>
                <a:cs typeface="Arial"/>
                <a:sym typeface="Arial"/>
              </a:defRPr>
            </a:lvl2pPr>
            <a:lvl3pPr marL="0" lvl="2" indent="0" algn="r">
              <a:spcBef>
                <a:spcPts val="0"/>
              </a:spcBef>
              <a:spcAft>
                <a:spcPts val="0"/>
              </a:spcAft>
              <a:buNone/>
              <a:defRPr sz="1800" b="0" i="0" u="none" strike="noStrike" cap="none">
                <a:solidFill>
                  <a:schemeClr val="dk1"/>
                </a:solidFill>
                <a:latin typeface="Arial"/>
                <a:ea typeface="Arial"/>
                <a:cs typeface="Arial"/>
                <a:sym typeface="Arial"/>
              </a:defRPr>
            </a:lvl3pPr>
            <a:lvl4pPr marL="0" lvl="3" indent="0" algn="r">
              <a:spcBef>
                <a:spcPts val="0"/>
              </a:spcBef>
              <a:spcAft>
                <a:spcPts val="0"/>
              </a:spcAft>
              <a:buNone/>
              <a:defRPr sz="1800" b="0" i="0" u="none" strike="noStrike" cap="none">
                <a:solidFill>
                  <a:schemeClr val="dk1"/>
                </a:solidFill>
                <a:latin typeface="Arial"/>
                <a:ea typeface="Arial"/>
                <a:cs typeface="Arial"/>
                <a:sym typeface="Arial"/>
              </a:defRPr>
            </a:lvl4pPr>
            <a:lvl5pPr marL="0" lvl="4" indent="0" algn="r">
              <a:spcBef>
                <a:spcPts val="0"/>
              </a:spcBef>
              <a:spcAft>
                <a:spcPts val="0"/>
              </a:spcAft>
              <a:buNone/>
              <a:defRPr sz="1800" b="0" i="0" u="none" strike="noStrike" cap="none">
                <a:solidFill>
                  <a:schemeClr val="dk1"/>
                </a:solidFill>
                <a:latin typeface="Arial"/>
                <a:ea typeface="Arial"/>
                <a:cs typeface="Arial"/>
                <a:sym typeface="Arial"/>
              </a:defRPr>
            </a:lvl5pPr>
            <a:lvl6pPr marL="0" lvl="5" indent="0" algn="r">
              <a:spcBef>
                <a:spcPts val="0"/>
              </a:spcBef>
              <a:spcAft>
                <a:spcPts val="0"/>
              </a:spcAft>
              <a:buNone/>
              <a:defRPr sz="1800" b="0" i="0" u="none" strike="noStrike" cap="none">
                <a:solidFill>
                  <a:schemeClr val="dk1"/>
                </a:solidFill>
                <a:latin typeface="Arial"/>
                <a:ea typeface="Arial"/>
                <a:cs typeface="Arial"/>
                <a:sym typeface="Arial"/>
              </a:defRPr>
            </a:lvl6pPr>
            <a:lvl7pPr marL="0" lvl="6" indent="0" algn="r">
              <a:spcBef>
                <a:spcPts val="0"/>
              </a:spcBef>
              <a:spcAft>
                <a:spcPts val="0"/>
              </a:spcAft>
              <a:buNone/>
              <a:defRPr sz="1800" b="0" i="0" u="none" strike="noStrike" cap="none">
                <a:solidFill>
                  <a:schemeClr val="dk1"/>
                </a:solidFill>
                <a:latin typeface="Arial"/>
                <a:ea typeface="Arial"/>
                <a:cs typeface="Arial"/>
                <a:sym typeface="Arial"/>
              </a:defRPr>
            </a:lvl7pPr>
            <a:lvl8pPr marL="0" lvl="7" indent="0" algn="r">
              <a:spcBef>
                <a:spcPts val="0"/>
              </a:spcBef>
              <a:spcAft>
                <a:spcPts val="0"/>
              </a:spcAft>
              <a:buNone/>
              <a:defRPr sz="1800" b="0" i="0" u="none" strike="noStrike" cap="none">
                <a:solidFill>
                  <a:schemeClr val="dk1"/>
                </a:solidFill>
                <a:latin typeface="Arial"/>
                <a:ea typeface="Arial"/>
                <a:cs typeface="Arial"/>
                <a:sym typeface="Arial"/>
              </a:defRPr>
            </a:lvl8pPr>
            <a:lvl9pPr marL="0" lvl="8" indent="0" algn="r">
              <a:spcBef>
                <a:spcPts val="0"/>
              </a:spcBef>
              <a:spcAft>
                <a:spcPts val="0"/>
              </a:spcAft>
              <a:buNone/>
              <a:defRPr sz="1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73"/>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1" name="Google Shape;21;p73"/>
          <p:cNvSpPr txBox="1">
            <a:spLocks noGrp="1"/>
          </p:cNvSpPr>
          <p:nvPr>
            <p:ph type="body" idx="1"/>
          </p:nvPr>
        </p:nvSpPr>
        <p:spPr>
          <a:xfrm>
            <a:off x="381000" y="1066800"/>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chemeClr val="dk1"/>
                </a:solidFill>
                <a:latin typeface="Arial"/>
                <a:ea typeface="Arial"/>
                <a:cs typeface="Arial"/>
                <a:sym typeface="Arial"/>
              </a:defRPr>
            </a:lvl1pPr>
            <a:lvl2pPr marL="0" lvl="1" indent="0" algn="r">
              <a:spcBef>
                <a:spcPts val="0"/>
              </a:spcBef>
              <a:spcAft>
                <a:spcPts val="0"/>
              </a:spcAft>
              <a:buNone/>
              <a:defRPr sz="1800" b="0" i="0" u="none" strike="noStrike" cap="none">
                <a:solidFill>
                  <a:schemeClr val="dk1"/>
                </a:solidFill>
                <a:latin typeface="Arial"/>
                <a:ea typeface="Arial"/>
                <a:cs typeface="Arial"/>
                <a:sym typeface="Arial"/>
              </a:defRPr>
            </a:lvl2pPr>
            <a:lvl3pPr marL="0" lvl="2" indent="0" algn="r">
              <a:spcBef>
                <a:spcPts val="0"/>
              </a:spcBef>
              <a:spcAft>
                <a:spcPts val="0"/>
              </a:spcAft>
              <a:buNone/>
              <a:defRPr sz="1800" b="0" i="0" u="none" strike="noStrike" cap="none">
                <a:solidFill>
                  <a:schemeClr val="dk1"/>
                </a:solidFill>
                <a:latin typeface="Arial"/>
                <a:ea typeface="Arial"/>
                <a:cs typeface="Arial"/>
                <a:sym typeface="Arial"/>
              </a:defRPr>
            </a:lvl3pPr>
            <a:lvl4pPr marL="0" lvl="3" indent="0" algn="r">
              <a:spcBef>
                <a:spcPts val="0"/>
              </a:spcBef>
              <a:spcAft>
                <a:spcPts val="0"/>
              </a:spcAft>
              <a:buNone/>
              <a:defRPr sz="1800" b="0" i="0" u="none" strike="noStrike" cap="none">
                <a:solidFill>
                  <a:schemeClr val="dk1"/>
                </a:solidFill>
                <a:latin typeface="Arial"/>
                <a:ea typeface="Arial"/>
                <a:cs typeface="Arial"/>
                <a:sym typeface="Arial"/>
              </a:defRPr>
            </a:lvl4pPr>
            <a:lvl5pPr marL="0" lvl="4" indent="0" algn="r">
              <a:spcBef>
                <a:spcPts val="0"/>
              </a:spcBef>
              <a:spcAft>
                <a:spcPts val="0"/>
              </a:spcAft>
              <a:buNone/>
              <a:defRPr sz="1800" b="0" i="0" u="none" strike="noStrike" cap="none">
                <a:solidFill>
                  <a:schemeClr val="dk1"/>
                </a:solidFill>
                <a:latin typeface="Arial"/>
                <a:ea typeface="Arial"/>
                <a:cs typeface="Arial"/>
                <a:sym typeface="Arial"/>
              </a:defRPr>
            </a:lvl5pPr>
            <a:lvl6pPr marL="0" lvl="5" indent="0" algn="r">
              <a:spcBef>
                <a:spcPts val="0"/>
              </a:spcBef>
              <a:spcAft>
                <a:spcPts val="0"/>
              </a:spcAft>
              <a:buNone/>
              <a:defRPr sz="1800" b="0" i="0" u="none" strike="noStrike" cap="none">
                <a:solidFill>
                  <a:schemeClr val="dk1"/>
                </a:solidFill>
                <a:latin typeface="Arial"/>
                <a:ea typeface="Arial"/>
                <a:cs typeface="Arial"/>
                <a:sym typeface="Arial"/>
              </a:defRPr>
            </a:lvl6pPr>
            <a:lvl7pPr marL="0" lvl="6" indent="0" algn="r">
              <a:spcBef>
                <a:spcPts val="0"/>
              </a:spcBef>
              <a:spcAft>
                <a:spcPts val="0"/>
              </a:spcAft>
              <a:buNone/>
              <a:defRPr sz="1800" b="0" i="0" u="none" strike="noStrike" cap="none">
                <a:solidFill>
                  <a:schemeClr val="dk1"/>
                </a:solidFill>
                <a:latin typeface="Arial"/>
                <a:ea typeface="Arial"/>
                <a:cs typeface="Arial"/>
                <a:sym typeface="Arial"/>
              </a:defRPr>
            </a:lvl7pPr>
            <a:lvl8pPr marL="0" lvl="7" indent="0" algn="r">
              <a:spcBef>
                <a:spcPts val="0"/>
              </a:spcBef>
              <a:spcAft>
                <a:spcPts val="0"/>
              </a:spcAft>
              <a:buNone/>
              <a:defRPr sz="1800" b="0" i="0" u="none" strike="noStrike" cap="none">
                <a:solidFill>
                  <a:schemeClr val="dk1"/>
                </a:solidFill>
                <a:latin typeface="Arial"/>
                <a:ea typeface="Arial"/>
                <a:cs typeface="Arial"/>
                <a:sym typeface="Arial"/>
              </a:defRPr>
            </a:lvl8pPr>
            <a:lvl9pPr marL="0" lvl="8" indent="0" algn="r">
              <a:spcBef>
                <a:spcPts val="0"/>
              </a:spcBef>
              <a:spcAft>
                <a:spcPts val="0"/>
              </a:spcAft>
              <a:buNone/>
              <a:defRPr sz="1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23"/>
        <p:cNvGrpSpPr/>
        <p:nvPr/>
      </p:nvGrpSpPr>
      <p:grpSpPr>
        <a:xfrm>
          <a:off x="0" y="0"/>
          <a:ext cx="0" cy="0"/>
          <a:chOff x="0" y="0"/>
          <a:chExt cx="0" cy="0"/>
        </a:xfrm>
      </p:grpSpPr>
      <p:sp>
        <p:nvSpPr>
          <p:cNvPr id="24" name="Google Shape;24;p74"/>
          <p:cNvSpPr txBox="1">
            <a:spLocks noGrp="1"/>
          </p:cNvSpPr>
          <p:nvPr>
            <p:ph type="title"/>
          </p:nvPr>
        </p:nvSpPr>
        <p:spPr>
          <a:xfrm>
            <a:off x="228600" y="125413"/>
            <a:ext cx="10390716" cy="70167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5" name="Google Shape;25;p74"/>
          <p:cNvSpPr txBox="1">
            <a:spLocks noGrp="1"/>
          </p:cNvSpPr>
          <p:nvPr>
            <p:ph type="body" idx="1"/>
          </p:nvPr>
        </p:nvSpPr>
        <p:spPr>
          <a:xfrm>
            <a:off x="457200" y="1124743"/>
            <a:ext cx="5080000" cy="4608513"/>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74"/>
          <p:cNvSpPr txBox="1">
            <a:spLocks noGrp="1"/>
          </p:cNvSpPr>
          <p:nvPr>
            <p:ph type="body" idx="2"/>
          </p:nvPr>
        </p:nvSpPr>
        <p:spPr>
          <a:xfrm>
            <a:off x="6858000" y="1124743"/>
            <a:ext cx="5080000" cy="4608513"/>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chemeClr val="dk1"/>
                </a:solidFill>
                <a:latin typeface="Arial"/>
                <a:ea typeface="Arial"/>
                <a:cs typeface="Arial"/>
                <a:sym typeface="Arial"/>
              </a:defRPr>
            </a:lvl1pPr>
            <a:lvl2pPr marL="0" lvl="1" indent="0" algn="r">
              <a:spcBef>
                <a:spcPts val="0"/>
              </a:spcBef>
              <a:spcAft>
                <a:spcPts val="0"/>
              </a:spcAft>
              <a:buNone/>
              <a:defRPr sz="1800" b="0" i="0" u="none" strike="noStrike" cap="none">
                <a:solidFill>
                  <a:schemeClr val="dk1"/>
                </a:solidFill>
                <a:latin typeface="Arial"/>
                <a:ea typeface="Arial"/>
                <a:cs typeface="Arial"/>
                <a:sym typeface="Arial"/>
              </a:defRPr>
            </a:lvl2pPr>
            <a:lvl3pPr marL="0" lvl="2" indent="0" algn="r">
              <a:spcBef>
                <a:spcPts val="0"/>
              </a:spcBef>
              <a:spcAft>
                <a:spcPts val="0"/>
              </a:spcAft>
              <a:buNone/>
              <a:defRPr sz="1800" b="0" i="0" u="none" strike="noStrike" cap="none">
                <a:solidFill>
                  <a:schemeClr val="dk1"/>
                </a:solidFill>
                <a:latin typeface="Arial"/>
                <a:ea typeface="Arial"/>
                <a:cs typeface="Arial"/>
                <a:sym typeface="Arial"/>
              </a:defRPr>
            </a:lvl3pPr>
            <a:lvl4pPr marL="0" lvl="3" indent="0" algn="r">
              <a:spcBef>
                <a:spcPts val="0"/>
              </a:spcBef>
              <a:spcAft>
                <a:spcPts val="0"/>
              </a:spcAft>
              <a:buNone/>
              <a:defRPr sz="1800" b="0" i="0" u="none" strike="noStrike" cap="none">
                <a:solidFill>
                  <a:schemeClr val="dk1"/>
                </a:solidFill>
                <a:latin typeface="Arial"/>
                <a:ea typeface="Arial"/>
                <a:cs typeface="Arial"/>
                <a:sym typeface="Arial"/>
              </a:defRPr>
            </a:lvl4pPr>
            <a:lvl5pPr marL="0" lvl="4" indent="0" algn="r">
              <a:spcBef>
                <a:spcPts val="0"/>
              </a:spcBef>
              <a:spcAft>
                <a:spcPts val="0"/>
              </a:spcAft>
              <a:buNone/>
              <a:defRPr sz="1800" b="0" i="0" u="none" strike="noStrike" cap="none">
                <a:solidFill>
                  <a:schemeClr val="dk1"/>
                </a:solidFill>
                <a:latin typeface="Arial"/>
                <a:ea typeface="Arial"/>
                <a:cs typeface="Arial"/>
                <a:sym typeface="Arial"/>
              </a:defRPr>
            </a:lvl5pPr>
            <a:lvl6pPr marL="0" lvl="5" indent="0" algn="r">
              <a:spcBef>
                <a:spcPts val="0"/>
              </a:spcBef>
              <a:spcAft>
                <a:spcPts val="0"/>
              </a:spcAft>
              <a:buNone/>
              <a:defRPr sz="1800" b="0" i="0" u="none" strike="noStrike" cap="none">
                <a:solidFill>
                  <a:schemeClr val="dk1"/>
                </a:solidFill>
                <a:latin typeface="Arial"/>
                <a:ea typeface="Arial"/>
                <a:cs typeface="Arial"/>
                <a:sym typeface="Arial"/>
              </a:defRPr>
            </a:lvl6pPr>
            <a:lvl7pPr marL="0" lvl="6" indent="0" algn="r">
              <a:spcBef>
                <a:spcPts val="0"/>
              </a:spcBef>
              <a:spcAft>
                <a:spcPts val="0"/>
              </a:spcAft>
              <a:buNone/>
              <a:defRPr sz="1800" b="0" i="0" u="none" strike="noStrike" cap="none">
                <a:solidFill>
                  <a:schemeClr val="dk1"/>
                </a:solidFill>
                <a:latin typeface="Arial"/>
                <a:ea typeface="Arial"/>
                <a:cs typeface="Arial"/>
                <a:sym typeface="Arial"/>
              </a:defRPr>
            </a:lvl7pPr>
            <a:lvl8pPr marL="0" lvl="7" indent="0" algn="r">
              <a:spcBef>
                <a:spcPts val="0"/>
              </a:spcBef>
              <a:spcAft>
                <a:spcPts val="0"/>
              </a:spcAft>
              <a:buNone/>
              <a:defRPr sz="1800" b="0" i="0" u="none" strike="noStrike" cap="none">
                <a:solidFill>
                  <a:schemeClr val="dk1"/>
                </a:solidFill>
                <a:latin typeface="Arial"/>
                <a:ea typeface="Arial"/>
                <a:cs typeface="Arial"/>
                <a:sym typeface="Arial"/>
              </a:defRPr>
            </a:lvl8pPr>
            <a:lvl9pPr marL="0" lvl="8" indent="0" algn="r">
              <a:spcBef>
                <a:spcPts val="0"/>
              </a:spcBef>
              <a:spcAft>
                <a:spcPts val="0"/>
              </a:spcAft>
              <a:buNone/>
              <a:defRPr sz="1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ext Over Content" type="txOverObj">
  <p:cSld name="TEXT_OVER_OBJECT">
    <p:spTree>
      <p:nvGrpSpPr>
        <p:cNvPr id="1" name="Shape 28"/>
        <p:cNvGrpSpPr/>
        <p:nvPr/>
      </p:nvGrpSpPr>
      <p:grpSpPr>
        <a:xfrm>
          <a:off x="0" y="0"/>
          <a:ext cx="0" cy="0"/>
          <a:chOff x="0" y="0"/>
          <a:chExt cx="0" cy="0"/>
        </a:xfrm>
      </p:grpSpPr>
      <p:sp>
        <p:nvSpPr>
          <p:cNvPr id="29" name="Google Shape;29;p75"/>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0" name="Google Shape;30;p75"/>
          <p:cNvSpPr txBox="1">
            <a:spLocks noGrp="1"/>
          </p:cNvSpPr>
          <p:nvPr>
            <p:ph type="body" idx="1"/>
          </p:nvPr>
        </p:nvSpPr>
        <p:spPr>
          <a:xfrm>
            <a:off x="457200" y="990600"/>
            <a:ext cx="10363200" cy="2227263"/>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75"/>
          <p:cNvSpPr txBox="1">
            <a:spLocks noGrp="1"/>
          </p:cNvSpPr>
          <p:nvPr>
            <p:ph type="body" idx="2"/>
          </p:nvPr>
        </p:nvSpPr>
        <p:spPr>
          <a:xfrm>
            <a:off x="518652" y="3429000"/>
            <a:ext cx="10363200" cy="222885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chemeClr val="dk1"/>
                </a:solidFill>
                <a:latin typeface="Arial"/>
                <a:ea typeface="Arial"/>
                <a:cs typeface="Arial"/>
                <a:sym typeface="Arial"/>
              </a:defRPr>
            </a:lvl1pPr>
            <a:lvl2pPr marL="0" lvl="1" indent="0" algn="r">
              <a:spcBef>
                <a:spcPts val="0"/>
              </a:spcBef>
              <a:spcAft>
                <a:spcPts val="0"/>
              </a:spcAft>
              <a:buNone/>
              <a:defRPr sz="1800" b="0" i="0" u="none" strike="noStrike" cap="none">
                <a:solidFill>
                  <a:schemeClr val="dk1"/>
                </a:solidFill>
                <a:latin typeface="Arial"/>
                <a:ea typeface="Arial"/>
                <a:cs typeface="Arial"/>
                <a:sym typeface="Arial"/>
              </a:defRPr>
            </a:lvl2pPr>
            <a:lvl3pPr marL="0" lvl="2" indent="0" algn="r">
              <a:spcBef>
                <a:spcPts val="0"/>
              </a:spcBef>
              <a:spcAft>
                <a:spcPts val="0"/>
              </a:spcAft>
              <a:buNone/>
              <a:defRPr sz="1800" b="0" i="0" u="none" strike="noStrike" cap="none">
                <a:solidFill>
                  <a:schemeClr val="dk1"/>
                </a:solidFill>
                <a:latin typeface="Arial"/>
                <a:ea typeface="Arial"/>
                <a:cs typeface="Arial"/>
                <a:sym typeface="Arial"/>
              </a:defRPr>
            </a:lvl3pPr>
            <a:lvl4pPr marL="0" lvl="3" indent="0" algn="r">
              <a:spcBef>
                <a:spcPts val="0"/>
              </a:spcBef>
              <a:spcAft>
                <a:spcPts val="0"/>
              </a:spcAft>
              <a:buNone/>
              <a:defRPr sz="1800" b="0" i="0" u="none" strike="noStrike" cap="none">
                <a:solidFill>
                  <a:schemeClr val="dk1"/>
                </a:solidFill>
                <a:latin typeface="Arial"/>
                <a:ea typeface="Arial"/>
                <a:cs typeface="Arial"/>
                <a:sym typeface="Arial"/>
              </a:defRPr>
            </a:lvl4pPr>
            <a:lvl5pPr marL="0" lvl="4" indent="0" algn="r">
              <a:spcBef>
                <a:spcPts val="0"/>
              </a:spcBef>
              <a:spcAft>
                <a:spcPts val="0"/>
              </a:spcAft>
              <a:buNone/>
              <a:defRPr sz="1800" b="0" i="0" u="none" strike="noStrike" cap="none">
                <a:solidFill>
                  <a:schemeClr val="dk1"/>
                </a:solidFill>
                <a:latin typeface="Arial"/>
                <a:ea typeface="Arial"/>
                <a:cs typeface="Arial"/>
                <a:sym typeface="Arial"/>
              </a:defRPr>
            </a:lvl5pPr>
            <a:lvl6pPr marL="0" lvl="5" indent="0" algn="r">
              <a:spcBef>
                <a:spcPts val="0"/>
              </a:spcBef>
              <a:spcAft>
                <a:spcPts val="0"/>
              </a:spcAft>
              <a:buNone/>
              <a:defRPr sz="1800" b="0" i="0" u="none" strike="noStrike" cap="none">
                <a:solidFill>
                  <a:schemeClr val="dk1"/>
                </a:solidFill>
                <a:latin typeface="Arial"/>
                <a:ea typeface="Arial"/>
                <a:cs typeface="Arial"/>
                <a:sym typeface="Arial"/>
              </a:defRPr>
            </a:lvl6pPr>
            <a:lvl7pPr marL="0" lvl="6" indent="0" algn="r">
              <a:spcBef>
                <a:spcPts val="0"/>
              </a:spcBef>
              <a:spcAft>
                <a:spcPts val="0"/>
              </a:spcAft>
              <a:buNone/>
              <a:defRPr sz="1800" b="0" i="0" u="none" strike="noStrike" cap="none">
                <a:solidFill>
                  <a:schemeClr val="dk1"/>
                </a:solidFill>
                <a:latin typeface="Arial"/>
                <a:ea typeface="Arial"/>
                <a:cs typeface="Arial"/>
                <a:sym typeface="Arial"/>
              </a:defRPr>
            </a:lvl7pPr>
            <a:lvl8pPr marL="0" lvl="7" indent="0" algn="r">
              <a:spcBef>
                <a:spcPts val="0"/>
              </a:spcBef>
              <a:spcAft>
                <a:spcPts val="0"/>
              </a:spcAft>
              <a:buNone/>
              <a:defRPr sz="1800" b="0" i="0" u="none" strike="noStrike" cap="none">
                <a:solidFill>
                  <a:schemeClr val="dk1"/>
                </a:solidFill>
                <a:latin typeface="Arial"/>
                <a:ea typeface="Arial"/>
                <a:cs typeface="Arial"/>
                <a:sym typeface="Arial"/>
              </a:defRPr>
            </a:lvl8pPr>
            <a:lvl9pPr marL="0" lvl="8" indent="0" algn="r">
              <a:spcBef>
                <a:spcPts val="0"/>
              </a:spcBef>
              <a:spcAft>
                <a:spcPts val="0"/>
              </a:spcAft>
              <a:buNone/>
              <a:defRPr sz="1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Text, and 2 Content" type="txAndTwoObj">
  <p:cSld name="TEXT_AND_TWO_OBJECTS">
    <p:spTree>
      <p:nvGrpSpPr>
        <p:cNvPr id="1" name="Shape 33"/>
        <p:cNvGrpSpPr/>
        <p:nvPr/>
      </p:nvGrpSpPr>
      <p:grpSpPr>
        <a:xfrm>
          <a:off x="0" y="0"/>
          <a:ext cx="0" cy="0"/>
          <a:chOff x="0" y="0"/>
          <a:chExt cx="0" cy="0"/>
        </a:xfrm>
      </p:grpSpPr>
      <p:sp>
        <p:nvSpPr>
          <p:cNvPr id="34" name="Google Shape;34;p76"/>
          <p:cNvSpPr txBox="1">
            <a:spLocks noGrp="1"/>
          </p:cNvSpPr>
          <p:nvPr>
            <p:ph type="title"/>
          </p:nvPr>
        </p:nvSpPr>
        <p:spPr>
          <a:xfrm>
            <a:off x="304800" y="136525"/>
            <a:ext cx="10390716" cy="63658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76"/>
          <p:cNvSpPr txBox="1">
            <a:spLocks noGrp="1"/>
          </p:cNvSpPr>
          <p:nvPr>
            <p:ph type="body" idx="1"/>
          </p:nvPr>
        </p:nvSpPr>
        <p:spPr>
          <a:xfrm>
            <a:off x="437364" y="990600"/>
            <a:ext cx="5080000" cy="4608513"/>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76"/>
          <p:cNvSpPr txBox="1">
            <a:spLocks noGrp="1"/>
          </p:cNvSpPr>
          <p:nvPr>
            <p:ph type="body" idx="2"/>
          </p:nvPr>
        </p:nvSpPr>
        <p:spPr>
          <a:xfrm>
            <a:off x="6674638" y="1025013"/>
            <a:ext cx="5080000" cy="2227263"/>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76"/>
          <p:cNvSpPr txBox="1">
            <a:spLocks noGrp="1"/>
          </p:cNvSpPr>
          <p:nvPr>
            <p:ph type="body" idx="3"/>
          </p:nvPr>
        </p:nvSpPr>
        <p:spPr>
          <a:xfrm>
            <a:off x="6674638" y="3396739"/>
            <a:ext cx="5080000" cy="222885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chemeClr val="dk1"/>
                </a:solidFill>
                <a:latin typeface="Arial"/>
                <a:ea typeface="Arial"/>
                <a:cs typeface="Arial"/>
                <a:sym typeface="Arial"/>
              </a:defRPr>
            </a:lvl1pPr>
            <a:lvl2pPr marL="0" lvl="1" indent="0" algn="r">
              <a:spcBef>
                <a:spcPts val="0"/>
              </a:spcBef>
              <a:spcAft>
                <a:spcPts val="0"/>
              </a:spcAft>
              <a:buNone/>
              <a:defRPr sz="1800" b="0" i="0" u="none" strike="noStrike" cap="none">
                <a:solidFill>
                  <a:schemeClr val="dk1"/>
                </a:solidFill>
                <a:latin typeface="Arial"/>
                <a:ea typeface="Arial"/>
                <a:cs typeface="Arial"/>
                <a:sym typeface="Arial"/>
              </a:defRPr>
            </a:lvl2pPr>
            <a:lvl3pPr marL="0" lvl="2" indent="0" algn="r">
              <a:spcBef>
                <a:spcPts val="0"/>
              </a:spcBef>
              <a:spcAft>
                <a:spcPts val="0"/>
              </a:spcAft>
              <a:buNone/>
              <a:defRPr sz="1800" b="0" i="0" u="none" strike="noStrike" cap="none">
                <a:solidFill>
                  <a:schemeClr val="dk1"/>
                </a:solidFill>
                <a:latin typeface="Arial"/>
                <a:ea typeface="Arial"/>
                <a:cs typeface="Arial"/>
                <a:sym typeface="Arial"/>
              </a:defRPr>
            </a:lvl3pPr>
            <a:lvl4pPr marL="0" lvl="3" indent="0" algn="r">
              <a:spcBef>
                <a:spcPts val="0"/>
              </a:spcBef>
              <a:spcAft>
                <a:spcPts val="0"/>
              </a:spcAft>
              <a:buNone/>
              <a:defRPr sz="1800" b="0" i="0" u="none" strike="noStrike" cap="none">
                <a:solidFill>
                  <a:schemeClr val="dk1"/>
                </a:solidFill>
                <a:latin typeface="Arial"/>
                <a:ea typeface="Arial"/>
                <a:cs typeface="Arial"/>
                <a:sym typeface="Arial"/>
              </a:defRPr>
            </a:lvl4pPr>
            <a:lvl5pPr marL="0" lvl="4" indent="0" algn="r">
              <a:spcBef>
                <a:spcPts val="0"/>
              </a:spcBef>
              <a:spcAft>
                <a:spcPts val="0"/>
              </a:spcAft>
              <a:buNone/>
              <a:defRPr sz="1800" b="0" i="0" u="none" strike="noStrike" cap="none">
                <a:solidFill>
                  <a:schemeClr val="dk1"/>
                </a:solidFill>
                <a:latin typeface="Arial"/>
                <a:ea typeface="Arial"/>
                <a:cs typeface="Arial"/>
                <a:sym typeface="Arial"/>
              </a:defRPr>
            </a:lvl5pPr>
            <a:lvl6pPr marL="0" lvl="5" indent="0" algn="r">
              <a:spcBef>
                <a:spcPts val="0"/>
              </a:spcBef>
              <a:spcAft>
                <a:spcPts val="0"/>
              </a:spcAft>
              <a:buNone/>
              <a:defRPr sz="1800" b="0" i="0" u="none" strike="noStrike" cap="none">
                <a:solidFill>
                  <a:schemeClr val="dk1"/>
                </a:solidFill>
                <a:latin typeface="Arial"/>
                <a:ea typeface="Arial"/>
                <a:cs typeface="Arial"/>
                <a:sym typeface="Arial"/>
              </a:defRPr>
            </a:lvl6pPr>
            <a:lvl7pPr marL="0" lvl="6" indent="0" algn="r">
              <a:spcBef>
                <a:spcPts val="0"/>
              </a:spcBef>
              <a:spcAft>
                <a:spcPts val="0"/>
              </a:spcAft>
              <a:buNone/>
              <a:defRPr sz="1800" b="0" i="0" u="none" strike="noStrike" cap="none">
                <a:solidFill>
                  <a:schemeClr val="dk1"/>
                </a:solidFill>
                <a:latin typeface="Arial"/>
                <a:ea typeface="Arial"/>
                <a:cs typeface="Arial"/>
                <a:sym typeface="Arial"/>
              </a:defRPr>
            </a:lvl7pPr>
            <a:lvl8pPr marL="0" lvl="7" indent="0" algn="r">
              <a:spcBef>
                <a:spcPts val="0"/>
              </a:spcBef>
              <a:spcAft>
                <a:spcPts val="0"/>
              </a:spcAft>
              <a:buNone/>
              <a:defRPr sz="1800" b="0" i="0" u="none" strike="noStrike" cap="none">
                <a:solidFill>
                  <a:schemeClr val="dk1"/>
                </a:solidFill>
                <a:latin typeface="Arial"/>
                <a:ea typeface="Arial"/>
                <a:cs typeface="Arial"/>
                <a:sym typeface="Arial"/>
              </a:defRPr>
            </a:lvl8pPr>
            <a:lvl9pPr marL="0" lvl="8" indent="0" algn="r">
              <a:spcBef>
                <a:spcPts val="0"/>
              </a:spcBef>
              <a:spcAft>
                <a:spcPts val="0"/>
              </a:spcAft>
              <a:buNone/>
              <a:defRPr sz="1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77"/>
          <p:cNvSpPr txBox="1">
            <a:spLocks noGrp="1"/>
          </p:cNvSpPr>
          <p:nvPr>
            <p:ph type="title"/>
          </p:nvPr>
        </p:nvSpPr>
        <p:spPr>
          <a:xfrm>
            <a:off x="228600" y="194392"/>
            <a:ext cx="10515600" cy="54451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1" name="Google Shape;41;p77"/>
          <p:cNvSpPr txBox="1">
            <a:spLocks noGrp="1"/>
          </p:cNvSpPr>
          <p:nvPr>
            <p:ph type="body" idx="1"/>
          </p:nvPr>
        </p:nvSpPr>
        <p:spPr>
          <a:xfrm>
            <a:off x="457200" y="1066800"/>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77"/>
          <p:cNvSpPr txBox="1">
            <a:spLocks noGrp="1"/>
          </p:cNvSpPr>
          <p:nvPr>
            <p:ph type="body" idx="2"/>
          </p:nvPr>
        </p:nvSpPr>
        <p:spPr>
          <a:xfrm>
            <a:off x="6209071" y="1102954"/>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chemeClr val="dk1"/>
                </a:solidFill>
                <a:latin typeface="Arial"/>
                <a:ea typeface="Arial"/>
                <a:cs typeface="Arial"/>
                <a:sym typeface="Arial"/>
              </a:defRPr>
            </a:lvl1pPr>
            <a:lvl2pPr marL="0" lvl="1" indent="0" algn="r">
              <a:spcBef>
                <a:spcPts val="0"/>
              </a:spcBef>
              <a:spcAft>
                <a:spcPts val="0"/>
              </a:spcAft>
              <a:buNone/>
              <a:defRPr sz="1800" b="0" i="0" u="none" strike="noStrike" cap="none">
                <a:solidFill>
                  <a:schemeClr val="dk1"/>
                </a:solidFill>
                <a:latin typeface="Arial"/>
                <a:ea typeface="Arial"/>
                <a:cs typeface="Arial"/>
                <a:sym typeface="Arial"/>
              </a:defRPr>
            </a:lvl2pPr>
            <a:lvl3pPr marL="0" lvl="2" indent="0" algn="r">
              <a:spcBef>
                <a:spcPts val="0"/>
              </a:spcBef>
              <a:spcAft>
                <a:spcPts val="0"/>
              </a:spcAft>
              <a:buNone/>
              <a:defRPr sz="1800" b="0" i="0" u="none" strike="noStrike" cap="none">
                <a:solidFill>
                  <a:schemeClr val="dk1"/>
                </a:solidFill>
                <a:latin typeface="Arial"/>
                <a:ea typeface="Arial"/>
                <a:cs typeface="Arial"/>
                <a:sym typeface="Arial"/>
              </a:defRPr>
            </a:lvl3pPr>
            <a:lvl4pPr marL="0" lvl="3" indent="0" algn="r">
              <a:spcBef>
                <a:spcPts val="0"/>
              </a:spcBef>
              <a:spcAft>
                <a:spcPts val="0"/>
              </a:spcAft>
              <a:buNone/>
              <a:defRPr sz="1800" b="0" i="0" u="none" strike="noStrike" cap="none">
                <a:solidFill>
                  <a:schemeClr val="dk1"/>
                </a:solidFill>
                <a:latin typeface="Arial"/>
                <a:ea typeface="Arial"/>
                <a:cs typeface="Arial"/>
                <a:sym typeface="Arial"/>
              </a:defRPr>
            </a:lvl4pPr>
            <a:lvl5pPr marL="0" lvl="4" indent="0" algn="r">
              <a:spcBef>
                <a:spcPts val="0"/>
              </a:spcBef>
              <a:spcAft>
                <a:spcPts val="0"/>
              </a:spcAft>
              <a:buNone/>
              <a:defRPr sz="1800" b="0" i="0" u="none" strike="noStrike" cap="none">
                <a:solidFill>
                  <a:schemeClr val="dk1"/>
                </a:solidFill>
                <a:latin typeface="Arial"/>
                <a:ea typeface="Arial"/>
                <a:cs typeface="Arial"/>
                <a:sym typeface="Arial"/>
              </a:defRPr>
            </a:lvl5pPr>
            <a:lvl6pPr marL="0" lvl="5" indent="0" algn="r">
              <a:spcBef>
                <a:spcPts val="0"/>
              </a:spcBef>
              <a:spcAft>
                <a:spcPts val="0"/>
              </a:spcAft>
              <a:buNone/>
              <a:defRPr sz="1800" b="0" i="0" u="none" strike="noStrike" cap="none">
                <a:solidFill>
                  <a:schemeClr val="dk1"/>
                </a:solidFill>
                <a:latin typeface="Arial"/>
                <a:ea typeface="Arial"/>
                <a:cs typeface="Arial"/>
                <a:sym typeface="Arial"/>
              </a:defRPr>
            </a:lvl6pPr>
            <a:lvl7pPr marL="0" lvl="6" indent="0" algn="r">
              <a:spcBef>
                <a:spcPts val="0"/>
              </a:spcBef>
              <a:spcAft>
                <a:spcPts val="0"/>
              </a:spcAft>
              <a:buNone/>
              <a:defRPr sz="1800" b="0" i="0" u="none" strike="noStrike" cap="none">
                <a:solidFill>
                  <a:schemeClr val="dk1"/>
                </a:solidFill>
                <a:latin typeface="Arial"/>
                <a:ea typeface="Arial"/>
                <a:cs typeface="Arial"/>
                <a:sym typeface="Arial"/>
              </a:defRPr>
            </a:lvl7pPr>
            <a:lvl8pPr marL="0" lvl="7" indent="0" algn="r">
              <a:spcBef>
                <a:spcPts val="0"/>
              </a:spcBef>
              <a:spcAft>
                <a:spcPts val="0"/>
              </a:spcAft>
              <a:buNone/>
              <a:defRPr sz="1800" b="0" i="0" u="none" strike="noStrike" cap="none">
                <a:solidFill>
                  <a:schemeClr val="dk1"/>
                </a:solidFill>
                <a:latin typeface="Arial"/>
                <a:ea typeface="Arial"/>
                <a:cs typeface="Arial"/>
                <a:sym typeface="Arial"/>
              </a:defRPr>
            </a:lvl8pPr>
            <a:lvl9pPr marL="0" lvl="8" indent="0" algn="r">
              <a:spcBef>
                <a:spcPts val="0"/>
              </a:spcBef>
              <a:spcAft>
                <a:spcPts val="0"/>
              </a:spcAft>
              <a:buNone/>
              <a:defRPr sz="1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71" descr="Graphical user interface, text, application, email&#10;&#10;Description automatically generated"/>
          <p:cNvPicPr preferRelativeResize="0"/>
          <p:nvPr/>
        </p:nvPicPr>
        <p:blipFill rotWithShape="1">
          <a:blip r:embed="rId8">
            <a:alphaModFix/>
          </a:blip>
          <a:srcRect/>
          <a:stretch/>
        </p:blipFill>
        <p:spPr>
          <a:xfrm>
            <a:off x="0" y="6350"/>
            <a:ext cx="12192000" cy="6845300"/>
          </a:xfrm>
          <a:prstGeom prst="rect">
            <a:avLst/>
          </a:prstGeom>
          <a:noFill/>
          <a:ln>
            <a:noFill/>
          </a:ln>
        </p:spPr>
      </p:pic>
      <p:sp>
        <p:nvSpPr>
          <p:cNvPr id="11" name="Google Shape;11;p71"/>
          <p:cNvSpPr txBox="1">
            <a:spLocks noGrp="1"/>
          </p:cNvSpPr>
          <p:nvPr>
            <p:ph type="title"/>
          </p:nvPr>
        </p:nvSpPr>
        <p:spPr>
          <a:xfrm>
            <a:off x="228600" y="136525"/>
            <a:ext cx="10515600" cy="54451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1pPr>
            <a:lvl2pPr marR="0" lvl="1"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2pPr>
            <a:lvl3pPr marR="0" lvl="2"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3pPr>
            <a:lvl4pPr marR="0" lvl="3"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4pPr>
            <a:lvl5pPr marR="0" lvl="4"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5pPr>
            <a:lvl6pPr marR="0" lvl="5"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6pPr>
            <a:lvl7pPr marR="0" lvl="6"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7pPr>
            <a:lvl8pPr marR="0" lvl="7"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8pPr>
            <a:lvl9pPr marR="0" lvl="8"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9pPr>
          </a:lstStyle>
          <a:p>
            <a:endParaRPr/>
          </a:p>
        </p:txBody>
      </p:sp>
      <p:sp>
        <p:nvSpPr>
          <p:cNvPr id="12" name="Google Shape;12;p71"/>
          <p:cNvSpPr txBox="1">
            <a:spLocks noGrp="1"/>
          </p:cNvSpPr>
          <p:nvPr>
            <p:ph type="body" idx="1"/>
          </p:nvPr>
        </p:nvSpPr>
        <p:spPr>
          <a:xfrm>
            <a:off x="341313" y="1252538"/>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 name="Google Shape;13;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8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8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8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8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8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8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8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8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71"/>
          <p:cNvSpPr txBox="1"/>
          <p:nvPr/>
        </p:nvSpPr>
        <p:spPr>
          <a:xfrm>
            <a:off x="317500" y="6356350"/>
            <a:ext cx="1316386"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700" b="1" i="0" u="none" strike="noStrike" cap="none">
                <a:solidFill>
                  <a:schemeClr val="lt1"/>
                </a:solidFill>
                <a:latin typeface="Arial"/>
                <a:ea typeface="Arial"/>
                <a:cs typeface="Arial"/>
                <a:sym typeface="Arial"/>
              </a:rPr>
              <a:t>Java Basic</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vtiacademy.edu.vn/"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8.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pic>
        <p:nvPicPr>
          <p:cNvPr id="48" name="Google Shape;48;p1"/>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9" name="Google Shape;49;p1"/>
          <p:cNvSpPr txBox="1"/>
          <p:nvPr/>
        </p:nvSpPr>
        <p:spPr>
          <a:xfrm>
            <a:off x="83820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E7E6E6"/>
              </a:buClr>
              <a:buSzPts val="1400"/>
              <a:buFont typeface="Arial"/>
              <a:buNone/>
            </a:pPr>
            <a:fld id="{00000000-1234-1234-1234-123412341234}" type="slidenum">
              <a:rPr lang="en-US" sz="1800" b="0" i="0" u="none" strike="noStrike" cap="none">
                <a:solidFill>
                  <a:srgbClr val="E7E6E6"/>
                </a:solidFill>
                <a:latin typeface="Tahoma"/>
                <a:ea typeface="Tahoma"/>
                <a:cs typeface="Tahoma"/>
                <a:sym typeface="Tahoma"/>
              </a:rPr>
              <a:t>1</a:t>
            </a:fld>
            <a:endParaRPr sz="1800" b="0" i="0" u="none" strike="noStrike" cap="none">
              <a:solidFill>
                <a:schemeClr val="dk1"/>
              </a:solidFill>
              <a:latin typeface="Calibri"/>
              <a:ea typeface="Calibri"/>
              <a:cs typeface="Calibri"/>
              <a:sym typeface="Calibri"/>
            </a:endParaRPr>
          </a:p>
        </p:txBody>
      </p:sp>
      <p:pic>
        <p:nvPicPr>
          <p:cNvPr id="50" name="Google Shape;50;p1" descr="A picture containing drawing&#10;&#10;Description automatically generated"/>
          <p:cNvPicPr preferRelativeResize="0"/>
          <p:nvPr/>
        </p:nvPicPr>
        <p:blipFill rotWithShape="1">
          <a:blip r:embed="rId4">
            <a:alphaModFix/>
          </a:blip>
          <a:srcRect l="5000" t="13557" r="5000" b="16351"/>
          <a:stretch/>
        </p:blipFill>
        <p:spPr>
          <a:xfrm>
            <a:off x="504825" y="258763"/>
            <a:ext cx="3989388" cy="838200"/>
          </a:xfrm>
          <a:prstGeom prst="rect">
            <a:avLst/>
          </a:prstGeom>
          <a:noFill/>
          <a:ln>
            <a:noFill/>
          </a:ln>
        </p:spPr>
      </p:pic>
      <p:sp>
        <p:nvSpPr>
          <p:cNvPr id="51" name="Google Shape;51;p1"/>
          <p:cNvSpPr/>
          <p:nvPr/>
        </p:nvSpPr>
        <p:spPr>
          <a:xfrm>
            <a:off x="5978525" y="3275013"/>
            <a:ext cx="234950" cy="3079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Calibri"/>
                <a:ea typeface="Calibri"/>
                <a:cs typeface="Calibri"/>
                <a:sym typeface="Calibri"/>
              </a:rPr>
              <a:t> </a:t>
            </a:r>
            <a:endParaRPr/>
          </a:p>
        </p:txBody>
      </p:sp>
      <p:sp>
        <p:nvSpPr>
          <p:cNvPr id="52" name="Google Shape;52;p1"/>
          <p:cNvSpPr/>
          <p:nvPr/>
        </p:nvSpPr>
        <p:spPr>
          <a:xfrm>
            <a:off x="760413" y="1231900"/>
            <a:ext cx="5637212" cy="4762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7ABF"/>
              </a:buClr>
              <a:buSzPts val="2500"/>
              <a:buFont typeface="Arial"/>
              <a:buNone/>
            </a:pPr>
            <a:r>
              <a:rPr lang="en-US" sz="2500" b="1" i="0" u="none" strike="noStrike" cap="none">
                <a:solidFill>
                  <a:srgbClr val="007ABF"/>
                </a:solidFill>
                <a:latin typeface="Helvetica Neue"/>
                <a:ea typeface="Helvetica Neue"/>
                <a:cs typeface="Helvetica Neue"/>
                <a:sym typeface="Helvetica Neue"/>
              </a:rPr>
              <a:t>WAY TO ENTERPRISE</a:t>
            </a:r>
            <a:endParaRPr/>
          </a:p>
        </p:txBody>
      </p:sp>
      <p:sp>
        <p:nvSpPr>
          <p:cNvPr id="53" name="Google Shape;53;p1"/>
          <p:cNvSpPr txBox="1"/>
          <p:nvPr/>
        </p:nvSpPr>
        <p:spPr>
          <a:xfrm>
            <a:off x="1216025" y="2770188"/>
            <a:ext cx="9070975" cy="1317625"/>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7ABF"/>
              </a:buClr>
              <a:buSzPts val="4400"/>
              <a:buFont typeface="Arial"/>
              <a:buNone/>
            </a:pPr>
            <a:r>
              <a:rPr lang="en-US" sz="4900" b="1" i="0" u="none" strike="noStrike" cap="none">
                <a:solidFill>
                  <a:srgbClr val="007ABF"/>
                </a:solidFill>
                <a:latin typeface="Arial"/>
                <a:ea typeface="Arial"/>
                <a:cs typeface="Arial"/>
                <a:sym typeface="Arial"/>
              </a:rPr>
              <a:t>Java basic</a:t>
            </a:r>
            <a:endParaRPr sz="5000" b="0" i="0" u="none" strike="noStrike" cap="none">
              <a:solidFill>
                <a:srgbClr val="0079BF"/>
              </a:solidFill>
              <a:latin typeface="Helvetica Neue"/>
              <a:ea typeface="Helvetica Neue"/>
              <a:cs typeface="Helvetica Neue"/>
              <a:sym typeface="Helvetica Neue"/>
            </a:endParaRPr>
          </a:p>
        </p:txBody>
      </p:sp>
      <p:sp>
        <p:nvSpPr>
          <p:cNvPr id="54" name="Google Shape;5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1</a:t>
            </a:fld>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2"/>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Mục đích bài học</a:t>
            </a:r>
            <a:endParaRPr/>
          </a:p>
        </p:txBody>
      </p:sp>
      <p:sp>
        <p:nvSpPr>
          <p:cNvPr id="60" name="Google Shape;60;p2"/>
          <p:cNvSpPr txBox="1">
            <a:spLocks noGrp="1"/>
          </p:cNvSpPr>
          <p:nvPr>
            <p:ph type="body" idx="1"/>
          </p:nvPr>
        </p:nvSpPr>
        <p:spPr>
          <a:xfrm>
            <a:off x="366713" y="1066800"/>
            <a:ext cx="10377487" cy="4608513"/>
          </a:xfrm>
          <a:prstGeom prst="rect">
            <a:avLst/>
          </a:prstGeom>
          <a:noFill/>
          <a:ln>
            <a:noFill/>
          </a:ln>
        </p:spPr>
        <p:txBody>
          <a:bodyPr spcFirstLastPara="1" wrap="square" lIns="91425" tIns="45700" rIns="91425" bIns="45700" anchor="t" anchorCtr="0">
            <a:normAutofit/>
          </a:bodyPr>
          <a:lstStyle/>
          <a:p>
            <a:pPr marL="228600" lvl="0" indent="-228600" algn="l" rtl="0">
              <a:lnSpc>
                <a:spcPct val="150000"/>
              </a:lnSpc>
              <a:spcBef>
                <a:spcPts val="0"/>
              </a:spcBef>
              <a:spcAft>
                <a:spcPts val="0"/>
              </a:spcAft>
              <a:buClr>
                <a:schemeClr val="dk1"/>
              </a:buClr>
              <a:buSzPts val="2400"/>
              <a:buChar char="•"/>
            </a:pPr>
            <a:r>
              <a:rPr lang="en-US" sz="2400"/>
              <a:t>Tìm hiểu Package, Class, method, variable trong Java</a:t>
            </a:r>
            <a:endParaRPr/>
          </a:p>
          <a:p>
            <a:pPr marL="228600" lvl="0" indent="-228600" algn="l" rtl="0">
              <a:lnSpc>
                <a:spcPct val="150000"/>
              </a:lnSpc>
              <a:spcBef>
                <a:spcPts val="1000"/>
              </a:spcBef>
              <a:spcAft>
                <a:spcPts val="0"/>
              </a:spcAft>
              <a:buClr>
                <a:schemeClr val="dk1"/>
              </a:buClr>
              <a:buSzPts val="2400"/>
              <a:buChar char="•"/>
            </a:pPr>
            <a:r>
              <a:rPr lang="en-US" sz="2400"/>
              <a:t>Tìm hiểu các kiểu dữ liệu, các loại toán tử trong Java</a:t>
            </a:r>
            <a:endParaRPr/>
          </a:p>
          <a:p>
            <a:pPr marL="228600" lvl="0" indent="-228600" algn="l" rtl="0">
              <a:lnSpc>
                <a:spcPct val="150000"/>
              </a:lnSpc>
              <a:spcBef>
                <a:spcPts val="1000"/>
              </a:spcBef>
              <a:spcAft>
                <a:spcPts val="0"/>
              </a:spcAft>
              <a:buClr>
                <a:schemeClr val="dk1"/>
              </a:buClr>
              <a:buSzPts val="2400"/>
              <a:buChar char="•"/>
            </a:pPr>
            <a:r>
              <a:rPr lang="en-US" sz="2400"/>
              <a:t>Tìm hiểu các câu lệnh điều khiển trong Java</a:t>
            </a:r>
            <a:endParaRPr/>
          </a:p>
          <a:p>
            <a:pPr marL="228600" lvl="0" indent="-228600" algn="l" rtl="0">
              <a:lnSpc>
                <a:spcPct val="150000"/>
              </a:lnSpc>
              <a:spcBef>
                <a:spcPts val="1000"/>
              </a:spcBef>
              <a:spcAft>
                <a:spcPts val="0"/>
              </a:spcAft>
              <a:buClr>
                <a:schemeClr val="dk1"/>
              </a:buClr>
              <a:buSzPts val="2400"/>
              <a:buChar char="•"/>
            </a:pPr>
            <a:r>
              <a:rPr lang="en-US" sz="2400"/>
              <a:t>Tìm hiểu Array, String trong Java</a:t>
            </a:r>
            <a:endParaRPr sz="2400"/>
          </a:p>
        </p:txBody>
      </p:sp>
      <p:sp>
        <p:nvSpPr>
          <p:cNvPr id="61" name="Google Shape;6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a:t>
            </a:fld>
            <a:endParaRPr sz="1400" b="0" i="0" u="none" strike="noStrike" cap="none">
              <a:solidFill>
                <a:schemeClr val="dk1"/>
              </a:solidFill>
              <a:latin typeface="Tahoma"/>
              <a:ea typeface="Tahoma"/>
              <a:cs typeface="Tahoma"/>
              <a:sym typeface="Tahom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0">
                                            <p:txEl>
                                              <p:pRg st="0" end="0"/>
                                            </p:txEl>
                                          </p:spTgt>
                                        </p:tgtEl>
                                        <p:attrNameLst>
                                          <p:attrName>style.visibility</p:attrName>
                                        </p:attrNameLst>
                                      </p:cBhvr>
                                      <p:to>
                                        <p:strVal val="visible"/>
                                      </p:to>
                                    </p:set>
                                    <p:anim calcmode="lin" valueType="num">
                                      <p:cBhvr additive="base">
                                        <p:cTn id="7" dur="500"/>
                                        <p:tgtEl>
                                          <p:spTgt spid="6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0">
                                            <p:txEl>
                                              <p:pRg st="1" end="1"/>
                                            </p:txEl>
                                          </p:spTgt>
                                        </p:tgtEl>
                                        <p:attrNameLst>
                                          <p:attrName>style.visibility</p:attrName>
                                        </p:attrNameLst>
                                      </p:cBhvr>
                                      <p:to>
                                        <p:strVal val="visible"/>
                                      </p:to>
                                    </p:set>
                                    <p:anim calcmode="lin" valueType="num">
                                      <p:cBhvr additive="base">
                                        <p:cTn id="12" dur="500"/>
                                        <p:tgtEl>
                                          <p:spTgt spid="6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0">
                                            <p:txEl>
                                              <p:pRg st="2" end="2"/>
                                            </p:txEl>
                                          </p:spTgt>
                                        </p:tgtEl>
                                        <p:attrNameLst>
                                          <p:attrName>style.visibility</p:attrName>
                                        </p:attrNameLst>
                                      </p:cBhvr>
                                      <p:to>
                                        <p:strVal val="visible"/>
                                      </p:to>
                                    </p:set>
                                    <p:anim calcmode="lin" valueType="num">
                                      <p:cBhvr additive="base">
                                        <p:cTn id="17" dur="500"/>
                                        <p:tgtEl>
                                          <p:spTgt spid="6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0">
                                            <p:txEl>
                                              <p:pRg st="3" end="3"/>
                                            </p:txEl>
                                          </p:spTgt>
                                        </p:tgtEl>
                                        <p:attrNameLst>
                                          <p:attrName>style.visibility</p:attrName>
                                        </p:attrNameLst>
                                      </p:cBhvr>
                                      <p:to>
                                        <p:strVal val="visible"/>
                                      </p:to>
                                    </p:set>
                                    <p:anim calcmode="lin" valueType="num">
                                      <p:cBhvr additive="base">
                                        <p:cTn id="22" dur="500"/>
                                        <p:tgtEl>
                                          <p:spTgt spid="6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3"/>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Tạo Project mới</a:t>
            </a:r>
            <a:endParaRPr/>
          </a:p>
        </p:txBody>
      </p:sp>
      <p:sp>
        <p:nvSpPr>
          <p:cNvPr id="67" name="Google Shape;67;p3"/>
          <p:cNvSpPr txBox="1">
            <a:spLocks noGrp="1"/>
          </p:cNvSpPr>
          <p:nvPr>
            <p:ph type="body" idx="1"/>
          </p:nvPr>
        </p:nvSpPr>
        <p:spPr>
          <a:xfrm>
            <a:off x="381000" y="1066800"/>
            <a:ext cx="10744200" cy="5263942"/>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a:t>File -&gt; New -&gt; Project</a:t>
            </a:r>
            <a:endParaRPr/>
          </a:p>
        </p:txBody>
      </p:sp>
      <p:sp>
        <p:nvSpPr>
          <p:cNvPr id="68" name="Google Shape;68;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pic>
        <p:nvPicPr>
          <p:cNvPr id="69" name="Google Shape;69;p3" descr="A screenshot of a computer&#10;&#10;Description automatically generated"/>
          <p:cNvPicPr preferRelativeResize="0"/>
          <p:nvPr/>
        </p:nvPicPr>
        <p:blipFill rotWithShape="1">
          <a:blip r:embed="rId3">
            <a:alphaModFix/>
          </a:blip>
          <a:srcRect/>
          <a:stretch/>
        </p:blipFill>
        <p:spPr>
          <a:xfrm>
            <a:off x="2590800" y="1472992"/>
            <a:ext cx="7772400" cy="4857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4"/>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Tạo Project mới</a:t>
            </a:r>
            <a:endParaRPr/>
          </a:p>
        </p:txBody>
      </p:sp>
      <p:pic>
        <p:nvPicPr>
          <p:cNvPr id="75" name="Google Shape;75;p4" descr="Graphical user interface, text, application&#10;&#10;Description automatically generated"/>
          <p:cNvPicPr preferRelativeResize="0">
            <a:picLocks noGrp="1"/>
          </p:cNvPicPr>
          <p:nvPr>
            <p:ph type="body" idx="1"/>
          </p:nvPr>
        </p:nvPicPr>
        <p:blipFill rotWithShape="1">
          <a:blip r:embed="rId3">
            <a:alphaModFix/>
          </a:blip>
          <a:srcRect/>
          <a:stretch/>
        </p:blipFill>
        <p:spPr>
          <a:xfrm>
            <a:off x="3242584" y="1066800"/>
            <a:ext cx="4792432" cy="4351338"/>
          </a:xfrm>
          <a:prstGeom prst="rect">
            <a:avLst/>
          </a:prstGeom>
          <a:noFill/>
          <a:ln>
            <a:noFill/>
          </a:ln>
        </p:spPr>
      </p:pic>
      <p:sp>
        <p:nvSpPr>
          <p:cNvPr id="76" name="Google Shape;7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5"/>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Tạo Package</a:t>
            </a:r>
            <a:endParaRPr/>
          </a:p>
        </p:txBody>
      </p:sp>
      <p:pic>
        <p:nvPicPr>
          <p:cNvPr id="82" name="Google Shape;82;p5" descr="Text&#10;&#10;Description automatically generated"/>
          <p:cNvPicPr preferRelativeResize="0">
            <a:picLocks noGrp="1"/>
          </p:cNvPicPr>
          <p:nvPr>
            <p:ph type="body" idx="1"/>
          </p:nvPr>
        </p:nvPicPr>
        <p:blipFill rotWithShape="1">
          <a:blip r:embed="rId3">
            <a:alphaModFix/>
          </a:blip>
          <a:srcRect/>
          <a:stretch/>
        </p:blipFill>
        <p:spPr>
          <a:xfrm>
            <a:off x="2591119" y="1066800"/>
            <a:ext cx="6095361" cy="4351338"/>
          </a:xfrm>
          <a:prstGeom prst="rect">
            <a:avLst/>
          </a:prstGeom>
          <a:noFill/>
          <a:ln>
            <a:noFill/>
          </a:ln>
        </p:spPr>
      </p:pic>
      <p:sp>
        <p:nvSpPr>
          <p:cNvPr id="83" name="Google Shape;83;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6"/>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Tạo Package</a:t>
            </a:r>
            <a:endParaRPr/>
          </a:p>
        </p:txBody>
      </p:sp>
      <p:sp>
        <p:nvSpPr>
          <p:cNvPr id="89" name="Google Shape;8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90" name="Google Shape;90;p6" descr="Graphical user interface&#10;&#10;Description automatically generated"/>
          <p:cNvPicPr preferRelativeResize="0">
            <a:picLocks noGrp="1"/>
          </p:cNvPicPr>
          <p:nvPr>
            <p:ph type="body" idx="1"/>
          </p:nvPr>
        </p:nvPicPr>
        <p:blipFill rotWithShape="1">
          <a:blip r:embed="rId3">
            <a:alphaModFix/>
          </a:blip>
          <a:srcRect/>
          <a:stretch/>
        </p:blipFill>
        <p:spPr>
          <a:xfrm>
            <a:off x="3492500" y="2785269"/>
            <a:ext cx="4292600" cy="914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7"/>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Tạo Class</a:t>
            </a:r>
            <a:endParaRPr/>
          </a:p>
        </p:txBody>
      </p:sp>
      <p:pic>
        <p:nvPicPr>
          <p:cNvPr id="96" name="Google Shape;96;p7" descr="Text&#10;&#10;Description automatically generated"/>
          <p:cNvPicPr preferRelativeResize="0">
            <a:picLocks noGrp="1"/>
          </p:cNvPicPr>
          <p:nvPr>
            <p:ph type="body" idx="1"/>
          </p:nvPr>
        </p:nvPicPr>
        <p:blipFill rotWithShape="1">
          <a:blip r:embed="rId3">
            <a:alphaModFix/>
          </a:blip>
          <a:srcRect/>
          <a:stretch/>
        </p:blipFill>
        <p:spPr>
          <a:xfrm>
            <a:off x="2547060" y="1066800"/>
            <a:ext cx="6183480" cy="4351338"/>
          </a:xfrm>
          <a:prstGeom prst="rect">
            <a:avLst/>
          </a:prstGeom>
          <a:noFill/>
          <a:ln>
            <a:noFill/>
          </a:ln>
        </p:spPr>
      </p:pic>
      <p:sp>
        <p:nvSpPr>
          <p:cNvPr id="97" name="Google Shape;97;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8"/>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Tạo Class</a:t>
            </a:r>
            <a:endParaRPr/>
          </a:p>
        </p:txBody>
      </p:sp>
      <p:sp>
        <p:nvSpPr>
          <p:cNvPr id="103" name="Google Shape;10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104" name="Google Shape;104;p8" descr="Graphical user interface, application&#10;&#10;Description automatically generated"/>
          <p:cNvPicPr preferRelativeResize="0">
            <a:picLocks noGrp="1"/>
          </p:cNvPicPr>
          <p:nvPr>
            <p:ph type="body" idx="1"/>
          </p:nvPr>
        </p:nvPicPr>
        <p:blipFill rotWithShape="1">
          <a:blip r:embed="rId3">
            <a:alphaModFix/>
          </a:blip>
          <a:srcRect/>
          <a:stretch/>
        </p:blipFill>
        <p:spPr>
          <a:xfrm>
            <a:off x="3492500" y="2143919"/>
            <a:ext cx="4292600" cy="2197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9"/>
          <p:cNvSpPr txBox="1">
            <a:spLocks noGrp="1"/>
          </p:cNvSpPr>
          <p:nvPr>
            <p:ph type="title"/>
          </p:nvPr>
        </p:nvSpPr>
        <p:spPr>
          <a:xfrm>
            <a:off x="228600" y="125413"/>
            <a:ext cx="10390716" cy="70167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Hello World</a:t>
            </a:r>
            <a:endParaRPr/>
          </a:p>
        </p:txBody>
      </p:sp>
      <p:sp>
        <p:nvSpPr>
          <p:cNvPr id="110" name="Google Shape;11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pic>
        <p:nvPicPr>
          <p:cNvPr id="111" name="Google Shape;111;p9" descr="Graphical user interface, text&#10;&#10;Description automatically generated"/>
          <p:cNvPicPr preferRelativeResize="0"/>
          <p:nvPr/>
        </p:nvPicPr>
        <p:blipFill rotWithShape="1">
          <a:blip r:embed="rId3">
            <a:alphaModFix/>
          </a:blip>
          <a:srcRect/>
          <a:stretch/>
        </p:blipFill>
        <p:spPr>
          <a:xfrm>
            <a:off x="2057400" y="827087"/>
            <a:ext cx="7772400" cy="549944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0"/>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Các khối xây dung cơ bản của Java - Class</a:t>
            </a:r>
            <a:endParaRPr/>
          </a:p>
        </p:txBody>
      </p:sp>
      <p:sp>
        <p:nvSpPr>
          <p:cNvPr id="118" name="Google Shape;118;p10"/>
          <p:cNvSpPr txBox="1">
            <a:spLocks noGrp="1"/>
          </p:cNvSpPr>
          <p:nvPr>
            <p:ph type="body" idx="1"/>
          </p:nvPr>
        </p:nvSpPr>
        <p:spPr>
          <a:xfrm>
            <a:off x="381000" y="990600"/>
            <a:ext cx="10515600" cy="5365750"/>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just" rtl="0">
              <a:lnSpc>
                <a:spcPct val="150000"/>
              </a:lnSpc>
              <a:spcBef>
                <a:spcPts val="0"/>
              </a:spcBef>
              <a:spcAft>
                <a:spcPts val="0"/>
              </a:spcAft>
              <a:buClr>
                <a:schemeClr val="dk1"/>
              </a:buClr>
              <a:buSzPct val="100000"/>
              <a:buChar char="•"/>
            </a:pPr>
            <a:r>
              <a:rPr lang="en-US" dirty="0"/>
              <a:t>Cốt </a:t>
            </a:r>
            <a:r>
              <a:rPr lang="en-US" dirty="0" err="1"/>
              <a:t>lõi</a:t>
            </a:r>
            <a:r>
              <a:rPr lang="en-US" dirty="0"/>
              <a:t> </a:t>
            </a:r>
            <a:r>
              <a:rPr lang="en-US" dirty="0" err="1"/>
              <a:t>của</a:t>
            </a:r>
            <a:r>
              <a:rPr lang="en-US" dirty="0"/>
              <a:t> </a:t>
            </a:r>
            <a:r>
              <a:rPr lang="en-US" dirty="0" err="1"/>
              <a:t>hệ</a:t>
            </a:r>
            <a:r>
              <a:rPr lang="en-US" dirty="0"/>
              <a:t> </a:t>
            </a:r>
            <a:r>
              <a:rPr lang="en-US" dirty="0" err="1"/>
              <a:t>sinh</a:t>
            </a:r>
            <a:r>
              <a:rPr lang="en-US" dirty="0"/>
              <a:t> </a:t>
            </a:r>
            <a:r>
              <a:rPr lang="en-US" dirty="0" err="1"/>
              <a:t>thái</a:t>
            </a:r>
            <a:r>
              <a:rPr lang="en-US" dirty="0"/>
              <a:t> Java </a:t>
            </a:r>
            <a:r>
              <a:rPr lang="en-US" dirty="0" err="1"/>
              <a:t>là</a:t>
            </a:r>
            <a:r>
              <a:rPr lang="en-US" dirty="0"/>
              <a:t> </a:t>
            </a:r>
            <a:r>
              <a:rPr lang="en-US" b="1" dirty="0" err="1"/>
              <a:t>lớp</a:t>
            </a:r>
            <a:r>
              <a:rPr lang="en-US" dirty="0"/>
              <a:t> (class). </a:t>
            </a:r>
            <a:r>
              <a:rPr lang="en-US" dirty="0" err="1"/>
              <a:t>Có</a:t>
            </a:r>
            <a:r>
              <a:rPr lang="en-US" dirty="0"/>
              <a:t> </a:t>
            </a:r>
            <a:r>
              <a:rPr lang="en-US" dirty="0" err="1"/>
              <a:t>các</a:t>
            </a:r>
            <a:r>
              <a:rPr lang="en-US" dirty="0"/>
              <a:t> </a:t>
            </a:r>
            <a:r>
              <a:rPr lang="en-US" dirty="0" err="1"/>
              <a:t>kiểu</a:t>
            </a:r>
            <a:r>
              <a:rPr lang="en-US" dirty="0"/>
              <a:t> </a:t>
            </a:r>
            <a:r>
              <a:rPr lang="en-US" dirty="0" err="1"/>
              <a:t>đối</a:t>
            </a:r>
            <a:r>
              <a:rPr lang="en-US" dirty="0"/>
              <a:t> </a:t>
            </a:r>
            <a:r>
              <a:rPr lang="en-US" dirty="0" err="1"/>
              <a:t>tượng</a:t>
            </a:r>
            <a:r>
              <a:rPr lang="en-US" dirty="0"/>
              <a:t> </a:t>
            </a:r>
            <a:r>
              <a:rPr lang="en-US" dirty="0" err="1"/>
              <a:t>khác</a:t>
            </a:r>
            <a:r>
              <a:rPr lang="en-US" dirty="0"/>
              <a:t> </a:t>
            </a:r>
            <a:r>
              <a:rPr lang="en-US" dirty="0" err="1"/>
              <a:t>trong</a:t>
            </a:r>
            <a:r>
              <a:rPr lang="en-US" dirty="0"/>
              <a:t> Java, </a:t>
            </a:r>
            <a:r>
              <a:rPr lang="en-US" dirty="0" err="1"/>
              <a:t>nhưng</a:t>
            </a:r>
            <a:r>
              <a:rPr lang="en-US" dirty="0"/>
              <a:t> </a:t>
            </a:r>
            <a:r>
              <a:rPr lang="en-US" dirty="0" err="1"/>
              <a:t>các</a:t>
            </a:r>
            <a:r>
              <a:rPr lang="en-US" dirty="0"/>
              <a:t> </a:t>
            </a:r>
            <a:r>
              <a:rPr lang="en-US" dirty="0" err="1"/>
              <a:t>lớp</a:t>
            </a:r>
            <a:r>
              <a:rPr lang="en-US" dirty="0"/>
              <a:t> </a:t>
            </a:r>
            <a:r>
              <a:rPr lang="en-US" dirty="0" err="1"/>
              <a:t>là</a:t>
            </a:r>
            <a:r>
              <a:rPr lang="en-US" dirty="0"/>
              <a:t> </a:t>
            </a:r>
            <a:r>
              <a:rPr lang="en-US" dirty="0" err="1"/>
              <a:t>quan</a:t>
            </a:r>
            <a:r>
              <a:rPr lang="en-US" dirty="0"/>
              <a:t> </a:t>
            </a:r>
            <a:r>
              <a:rPr lang="en-US" dirty="0" err="1"/>
              <a:t>trọng</a:t>
            </a:r>
            <a:r>
              <a:rPr lang="en-US" dirty="0"/>
              <a:t> </a:t>
            </a:r>
            <a:r>
              <a:rPr lang="en-US" dirty="0" err="1"/>
              <a:t>nhất</a:t>
            </a:r>
            <a:r>
              <a:rPr lang="en-US" dirty="0"/>
              <a:t> </a:t>
            </a:r>
            <a:r>
              <a:rPr lang="en-US" dirty="0" err="1"/>
              <a:t>vì</a:t>
            </a:r>
            <a:r>
              <a:rPr lang="en-US" dirty="0"/>
              <a:t> </a:t>
            </a:r>
            <a:r>
              <a:rPr lang="en-US" dirty="0" err="1"/>
              <a:t>chúng</a:t>
            </a:r>
            <a:r>
              <a:rPr lang="en-US" dirty="0"/>
              <a:t> </a:t>
            </a:r>
            <a:r>
              <a:rPr lang="en-US" dirty="0" err="1"/>
              <a:t>đại</a:t>
            </a:r>
            <a:r>
              <a:rPr lang="en-US" dirty="0"/>
              <a:t> </a:t>
            </a:r>
            <a:r>
              <a:rPr lang="en-US" dirty="0" err="1"/>
              <a:t>diện</a:t>
            </a:r>
            <a:r>
              <a:rPr lang="en-US" dirty="0"/>
              <a:t> </a:t>
            </a:r>
            <a:r>
              <a:rPr lang="en-US" dirty="0" err="1"/>
              <a:t>các</a:t>
            </a:r>
            <a:r>
              <a:rPr lang="en-US" dirty="0"/>
              <a:t> </a:t>
            </a:r>
            <a:r>
              <a:rPr lang="en-US" dirty="0" err="1"/>
              <a:t>khuôn</a:t>
            </a:r>
            <a:r>
              <a:rPr lang="en-US" dirty="0"/>
              <a:t> </a:t>
            </a:r>
            <a:r>
              <a:rPr lang="en-US" dirty="0" err="1"/>
              <a:t>mẫu</a:t>
            </a:r>
            <a:r>
              <a:rPr lang="en-US" dirty="0"/>
              <a:t> </a:t>
            </a:r>
            <a:r>
              <a:rPr lang="en-US" dirty="0" err="1"/>
              <a:t>cho</a:t>
            </a:r>
            <a:r>
              <a:rPr lang="en-US" dirty="0"/>
              <a:t> </a:t>
            </a:r>
            <a:r>
              <a:rPr lang="en-US" dirty="0" err="1"/>
              <a:t>các</a:t>
            </a:r>
            <a:r>
              <a:rPr lang="en-US" dirty="0"/>
              <a:t> </a:t>
            </a:r>
            <a:r>
              <a:rPr lang="en-US" dirty="0" err="1"/>
              <a:t>đối</a:t>
            </a:r>
            <a:r>
              <a:rPr lang="en-US" dirty="0"/>
              <a:t> </a:t>
            </a:r>
            <a:r>
              <a:rPr lang="en-US" dirty="0" err="1"/>
              <a:t>tượng</a:t>
            </a:r>
            <a:r>
              <a:rPr lang="en-US" dirty="0"/>
              <a:t> </a:t>
            </a:r>
            <a:r>
              <a:rPr lang="en-US" dirty="0" err="1"/>
              <a:t>tạo</a:t>
            </a:r>
            <a:r>
              <a:rPr lang="en-US" dirty="0"/>
              <a:t> </a:t>
            </a:r>
            <a:r>
              <a:rPr lang="en-US" dirty="0" err="1"/>
              <a:t>nên</a:t>
            </a:r>
            <a:r>
              <a:rPr lang="en-US" dirty="0"/>
              <a:t> </a:t>
            </a:r>
            <a:r>
              <a:rPr lang="en-US" dirty="0" err="1"/>
              <a:t>một</a:t>
            </a:r>
            <a:r>
              <a:rPr lang="en-US" dirty="0"/>
              <a:t> </a:t>
            </a:r>
            <a:r>
              <a:rPr lang="en-US" dirty="0" err="1"/>
              <a:t>ứng</a:t>
            </a:r>
            <a:r>
              <a:rPr lang="en-US" dirty="0"/>
              <a:t> </a:t>
            </a:r>
            <a:r>
              <a:rPr lang="en-US" dirty="0" err="1"/>
              <a:t>dụng</a:t>
            </a:r>
            <a:r>
              <a:rPr lang="en-US" dirty="0"/>
              <a:t>.</a:t>
            </a:r>
            <a:endParaRPr dirty="0"/>
          </a:p>
          <a:p>
            <a:pPr marL="228600" lvl="0" indent="-228600" algn="just" rtl="0">
              <a:lnSpc>
                <a:spcPct val="150000"/>
              </a:lnSpc>
              <a:spcBef>
                <a:spcPts val="1000"/>
              </a:spcBef>
              <a:spcAft>
                <a:spcPts val="0"/>
              </a:spcAft>
              <a:buClr>
                <a:schemeClr val="dk1"/>
              </a:buClr>
              <a:buSzPct val="100000"/>
              <a:buChar char="•"/>
            </a:pPr>
            <a:r>
              <a:rPr lang="en-US" dirty="0"/>
              <a:t>Một </a:t>
            </a:r>
            <a:r>
              <a:rPr lang="en-US" dirty="0" err="1"/>
              <a:t>lớp</a:t>
            </a:r>
            <a:r>
              <a:rPr lang="en-US" dirty="0"/>
              <a:t> </a:t>
            </a:r>
            <a:r>
              <a:rPr lang="en-US" dirty="0" err="1"/>
              <a:t>tập</a:t>
            </a:r>
            <a:r>
              <a:rPr lang="en-US" dirty="0"/>
              <a:t> </a:t>
            </a:r>
            <a:r>
              <a:rPr lang="en-US" dirty="0" err="1"/>
              <a:t>hợp</a:t>
            </a:r>
            <a:r>
              <a:rPr lang="en-US" dirty="0"/>
              <a:t> </a:t>
            </a:r>
            <a:r>
              <a:rPr lang="en-US" dirty="0" err="1"/>
              <a:t>các</a:t>
            </a:r>
            <a:r>
              <a:rPr lang="en-US" dirty="0"/>
              <a:t> </a:t>
            </a:r>
            <a:r>
              <a:rPr lang="en-US" b="1" dirty="0" err="1"/>
              <a:t>trường</a:t>
            </a:r>
            <a:r>
              <a:rPr lang="en-US" dirty="0"/>
              <a:t> (fields) </a:t>
            </a:r>
            <a:r>
              <a:rPr lang="en-US" dirty="0" err="1"/>
              <a:t>và</a:t>
            </a:r>
            <a:r>
              <a:rPr lang="en-US" dirty="0"/>
              <a:t> </a:t>
            </a:r>
            <a:r>
              <a:rPr lang="en-US" dirty="0" err="1"/>
              <a:t>các</a:t>
            </a:r>
            <a:r>
              <a:rPr lang="en-US" dirty="0"/>
              <a:t> </a:t>
            </a:r>
            <a:r>
              <a:rPr lang="en-US" b="1" dirty="0" err="1"/>
              <a:t>phương</a:t>
            </a:r>
            <a:r>
              <a:rPr lang="en-US" b="1" dirty="0"/>
              <a:t> </a:t>
            </a:r>
            <a:r>
              <a:rPr lang="en-US" b="1" dirty="0" err="1"/>
              <a:t>thức</a:t>
            </a:r>
            <a:r>
              <a:rPr lang="en-US" dirty="0"/>
              <a:t> (methods). Khi </a:t>
            </a:r>
            <a:r>
              <a:rPr lang="en-US" dirty="0" err="1"/>
              <a:t>một</a:t>
            </a:r>
            <a:r>
              <a:rPr lang="en-US" dirty="0"/>
              <a:t> </a:t>
            </a:r>
            <a:r>
              <a:rPr lang="en-US" dirty="0" err="1"/>
              <a:t>đối</a:t>
            </a:r>
            <a:r>
              <a:rPr lang="en-US" dirty="0"/>
              <a:t> </a:t>
            </a:r>
            <a:r>
              <a:rPr lang="en-US" dirty="0" err="1"/>
              <a:t>tượng</a:t>
            </a:r>
            <a:r>
              <a:rPr lang="en-US" dirty="0"/>
              <a:t> </a:t>
            </a:r>
            <a:r>
              <a:rPr lang="en-US" dirty="0" err="1"/>
              <a:t>được</a:t>
            </a:r>
            <a:r>
              <a:rPr lang="en-US" dirty="0"/>
              <a:t> </a:t>
            </a:r>
            <a:r>
              <a:rPr lang="en-US" dirty="0" err="1"/>
              <a:t>tạo</a:t>
            </a:r>
            <a:r>
              <a:rPr lang="en-US" dirty="0"/>
              <a:t> </a:t>
            </a:r>
            <a:r>
              <a:rPr lang="en-US" dirty="0" err="1"/>
              <a:t>ra</a:t>
            </a:r>
            <a:r>
              <a:rPr lang="en-US" dirty="0"/>
              <a:t>, </a:t>
            </a:r>
            <a:r>
              <a:rPr lang="en-US" dirty="0" err="1"/>
              <a:t>giá</a:t>
            </a:r>
            <a:r>
              <a:rPr lang="en-US" dirty="0"/>
              <a:t> </a:t>
            </a:r>
            <a:r>
              <a:rPr lang="en-US" dirty="0" err="1"/>
              <a:t>trị</a:t>
            </a:r>
            <a:r>
              <a:rPr lang="en-US" dirty="0"/>
              <a:t> </a:t>
            </a:r>
            <a:r>
              <a:rPr lang="en-US" dirty="0" err="1"/>
              <a:t>của</a:t>
            </a:r>
            <a:r>
              <a:rPr lang="en-US" dirty="0"/>
              <a:t> </a:t>
            </a:r>
            <a:r>
              <a:rPr lang="en-US" dirty="0" err="1"/>
              <a:t>các</a:t>
            </a:r>
            <a:r>
              <a:rPr lang="en-US" dirty="0"/>
              <a:t> </a:t>
            </a:r>
            <a:r>
              <a:rPr lang="en-US" dirty="0" err="1"/>
              <a:t>trường</a:t>
            </a:r>
            <a:r>
              <a:rPr lang="en-US" dirty="0"/>
              <a:t> </a:t>
            </a:r>
            <a:r>
              <a:rPr lang="en-US" dirty="0" err="1"/>
              <a:t>xác</a:t>
            </a:r>
            <a:r>
              <a:rPr lang="en-US" dirty="0"/>
              <a:t> </a:t>
            </a:r>
            <a:r>
              <a:rPr lang="en-US" dirty="0" err="1"/>
              <a:t>định</a:t>
            </a:r>
            <a:r>
              <a:rPr lang="en-US" dirty="0"/>
              <a:t> </a:t>
            </a:r>
            <a:r>
              <a:rPr lang="en-US" dirty="0" err="1"/>
              <a:t>trạng</a:t>
            </a:r>
            <a:r>
              <a:rPr lang="en-US" dirty="0"/>
              <a:t> </a:t>
            </a:r>
            <a:r>
              <a:rPr lang="en-US" dirty="0" err="1"/>
              <a:t>thái</a:t>
            </a:r>
            <a:r>
              <a:rPr lang="en-US" dirty="0"/>
              <a:t> </a:t>
            </a:r>
            <a:r>
              <a:rPr lang="en-US" dirty="0" err="1"/>
              <a:t>của</a:t>
            </a:r>
            <a:r>
              <a:rPr lang="en-US" dirty="0"/>
              <a:t> </a:t>
            </a:r>
            <a:r>
              <a:rPr lang="en-US" dirty="0" err="1"/>
              <a:t>đối</a:t>
            </a:r>
            <a:r>
              <a:rPr lang="en-US" dirty="0"/>
              <a:t> </a:t>
            </a:r>
            <a:r>
              <a:rPr lang="en-US" dirty="0" err="1"/>
              <a:t>tượng</a:t>
            </a:r>
            <a:r>
              <a:rPr lang="en-US" dirty="0"/>
              <a:t> </a:t>
            </a:r>
            <a:r>
              <a:rPr lang="en-US" dirty="0" err="1"/>
              <a:t>và</a:t>
            </a:r>
            <a:r>
              <a:rPr lang="en-US" dirty="0"/>
              <a:t> </a:t>
            </a:r>
            <a:r>
              <a:rPr lang="en-US" dirty="0" err="1"/>
              <a:t>các</a:t>
            </a:r>
            <a:r>
              <a:rPr lang="en-US" dirty="0"/>
              <a:t> </a:t>
            </a:r>
            <a:r>
              <a:rPr lang="en-US" dirty="0" err="1"/>
              <a:t>phương</a:t>
            </a:r>
            <a:r>
              <a:rPr lang="en-US" dirty="0"/>
              <a:t> </a:t>
            </a:r>
            <a:r>
              <a:rPr lang="en-US" dirty="0" err="1"/>
              <a:t>thức</a:t>
            </a:r>
            <a:r>
              <a:rPr lang="en-US" dirty="0"/>
              <a:t> </a:t>
            </a:r>
            <a:r>
              <a:rPr lang="en-US" dirty="0" err="1"/>
              <a:t>sẽ</a:t>
            </a:r>
            <a:r>
              <a:rPr lang="en-US" dirty="0"/>
              <a:t> </a:t>
            </a:r>
            <a:r>
              <a:rPr lang="en-US" dirty="0" err="1"/>
              <a:t>mô</a:t>
            </a:r>
            <a:r>
              <a:rPr lang="en-US" dirty="0"/>
              <a:t> </a:t>
            </a:r>
            <a:r>
              <a:rPr lang="en-US" dirty="0" err="1"/>
              <a:t>tả</a:t>
            </a:r>
            <a:r>
              <a:rPr lang="en-US" dirty="0"/>
              <a:t> </a:t>
            </a:r>
            <a:r>
              <a:rPr lang="en-US" dirty="0" err="1"/>
              <a:t>hành</a:t>
            </a:r>
            <a:r>
              <a:rPr lang="en-US" dirty="0"/>
              <a:t> vi </a:t>
            </a:r>
            <a:r>
              <a:rPr lang="en-US" dirty="0" err="1"/>
              <a:t>của</a:t>
            </a:r>
            <a:r>
              <a:rPr lang="en-US" dirty="0"/>
              <a:t> </a:t>
            </a:r>
            <a:r>
              <a:rPr lang="en-US" dirty="0" err="1"/>
              <a:t>nó</a:t>
            </a:r>
            <a:r>
              <a:rPr lang="en-US" dirty="0"/>
              <a:t>.</a:t>
            </a:r>
            <a:endParaRPr dirty="0"/>
          </a:p>
          <a:p>
            <a:pPr marL="228600" lvl="0" indent="-228600" algn="just" rtl="0">
              <a:lnSpc>
                <a:spcPct val="150000"/>
              </a:lnSpc>
              <a:spcBef>
                <a:spcPts val="1000"/>
              </a:spcBef>
              <a:spcAft>
                <a:spcPts val="0"/>
              </a:spcAft>
              <a:buClr>
                <a:schemeClr val="dk1"/>
              </a:buClr>
              <a:buSzPct val="100000"/>
              <a:buChar char="•"/>
            </a:pPr>
            <a:r>
              <a:rPr lang="en-US" dirty="0" err="1"/>
              <a:t>Về</a:t>
            </a:r>
            <a:r>
              <a:rPr lang="en-US" dirty="0"/>
              <a:t> </a:t>
            </a:r>
            <a:r>
              <a:rPr lang="en-US" dirty="0" err="1"/>
              <a:t>bản</a:t>
            </a:r>
            <a:r>
              <a:rPr lang="en-US" dirty="0"/>
              <a:t> </a:t>
            </a:r>
            <a:r>
              <a:rPr lang="en-US" dirty="0" err="1"/>
              <a:t>chất</a:t>
            </a:r>
            <a:r>
              <a:rPr lang="en-US" dirty="0"/>
              <a:t> </a:t>
            </a:r>
            <a:r>
              <a:rPr lang="en-US" dirty="0" err="1"/>
              <a:t>đối</a:t>
            </a:r>
            <a:r>
              <a:rPr lang="en-US" dirty="0"/>
              <a:t> </a:t>
            </a:r>
            <a:r>
              <a:rPr lang="en-US" dirty="0" err="1"/>
              <a:t>tượng</a:t>
            </a:r>
            <a:r>
              <a:rPr lang="en-US" dirty="0"/>
              <a:t> Java </a:t>
            </a:r>
            <a:r>
              <a:rPr lang="en-US" dirty="0" err="1"/>
              <a:t>là</a:t>
            </a:r>
            <a:r>
              <a:rPr lang="en-US" dirty="0"/>
              <a:t> </a:t>
            </a:r>
            <a:r>
              <a:rPr lang="en-US" dirty="0" err="1"/>
              <a:t>một</a:t>
            </a:r>
            <a:r>
              <a:rPr lang="en-US" dirty="0"/>
              <a:t> </a:t>
            </a:r>
            <a:r>
              <a:rPr lang="en-US" dirty="0" err="1"/>
              <a:t>mô</a:t>
            </a:r>
            <a:r>
              <a:rPr lang="en-US" dirty="0"/>
              <a:t> </a:t>
            </a:r>
            <a:r>
              <a:rPr lang="en-US" dirty="0" err="1"/>
              <a:t>hình</a:t>
            </a:r>
            <a:r>
              <a:rPr lang="en-US" dirty="0"/>
              <a:t> </a:t>
            </a:r>
            <a:r>
              <a:rPr lang="en-US" dirty="0" err="1"/>
              <a:t>của</a:t>
            </a:r>
            <a:r>
              <a:rPr lang="en-US" dirty="0"/>
              <a:t> </a:t>
            </a:r>
            <a:r>
              <a:rPr lang="en-US" dirty="0" err="1"/>
              <a:t>một</a:t>
            </a:r>
            <a:r>
              <a:rPr lang="en-US" dirty="0"/>
              <a:t> </a:t>
            </a:r>
            <a:r>
              <a:rPr lang="en-US" dirty="0" err="1"/>
              <a:t>đối</a:t>
            </a:r>
            <a:r>
              <a:rPr lang="en-US" dirty="0"/>
              <a:t> </a:t>
            </a:r>
            <a:r>
              <a:rPr lang="en-US" dirty="0" err="1"/>
              <a:t>tượng</a:t>
            </a:r>
            <a:r>
              <a:rPr lang="en-US" dirty="0"/>
              <a:t> </a:t>
            </a:r>
            <a:r>
              <a:rPr lang="en-US" dirty="0" err="1"/>
              <a:t>trong</a:t>
            </a:r>
            <a:r>
              <a:rPr lang="en-US" dirty="0"/>
              <a:t> </a:t>
            </a:r>
            <a:r>
              <a:rPr lang="en-US" dirty="0" err="1"/>
              <a:t>thế</a:t>
            </a:r>
            <a:r>
              <a:rPr lang="en-US" dirty="0"/>
              <a:t> </a:t>
            </a:r>
            <a:r>
              <a:rPr lang="en-US" dirty="0" err="1"/>
              <a:t>giới</a:t>
            </a:r>
            <a:r>
              <a:rPr lang="en-US" dirty="0"/>
              <a:t> </a:t>
            </a:r>
            <a:r>
              <a:rPr lang="en-US" dirty="0" err="1"/>
              <a:t>thực</a:t>
            </a:r>
            <a:r>
              <a:rPr lang="en-US" dirty="0"/>
              <a:t>. </a:t>
            </a:r>
            <a:r>
              <a:rPr lang="en-US" dirty="0" err="1"/>
              <a:t>Ví</a:t>
            </a:r>
            <a:r>
              <a:rPr lang="en-US" dirty="0"/>
              <a:t> </a:t>
            </a:r>
            <a:r>
              <a:rPr lang="en-US" dirty="0" err="1"/>
              <a:t>dụ</a:t>
            </a:r>
            <a:r>
              <a:rPr lang="en-US" dirty="0"/>
              <a:t>: </a:t>
            </a:r>
            <a:r>
              <a:rPr lang="en-US" dirty="0" err="1"/>
              <a:t>chúng</a:t>
            </a:r>
            <a:r>
              <a:rPr lang="en-US" dirty="0"/>
              <a:t> ta </a:t>
            </a:r>
            <a:r>
              <a:rPr lang="en-US" dirty="0" err="1"/>
              <a:t>chọn</a:t>
            </a:r>
            <a:r>
              <a:rPr lang="en-US" dirty="0"/>
              <a:t> </a:t>
            </a:r>
            <a:r>
              <a:rPr lang="en-US" dirty="0" err="1"/>
              <a:t>lập</a:t>
            </a:r>
            <a:r>
              <a:rPr lang="en-US" dirty="0"/>
              <a:t> </a:t>
            </a:r>
            <a:r>
              <a:rPr lang="en-US" dirty="0" err="1"/>
              <a:t>mô</a:t>
            </a:r>
            <a:r>
              <a:rPr lang="en-US" dirty="0"/>
              <a:t> </a:t>
            </a:r>
            <a:r>
              <a:rPr lang="en-US" dirty="0" err="1"/>
              <a:t>hình</a:t>
            </a:r>
            <a:r>
              <a:rPr lang="en-US" dirty="0"/>
              <a:t> </a:t>
            </a:r>
            <a:r>
              <a:rPr lang="en-US" dirty="0" err="1"/>
              <a:t>một</a:t>
            </a:r>
            <a:r>
              <a:rPr lang="en-US" dirty="0"/>
              <a:t> </a:t>
            </a:r>
            <a:r>
              <a:rPr lang="en-US" dirty="0" err="1"/>
              <a:t>chiếc</a:t>
            </a:r>
            <a:r>
              <a:rPr lang="en-US" dirty="0"/>
              <a:t> </a:t>
            </a:r>
            <a:r>
              <a:rPr lang="en-US" dirty="0" err="1"/>
              <a:t>ô</a:t>
            </a:r>
            <a:r>
              <a:rPr lang="en-US" dirty="0"/>
              <a:t> </a:t>
            </a:r>
            <a:r>
              <a:rPr lang="en-US" dirty="0" err="1"/>
              <a:t>tô</a:t>
            </a:r>
            <a:r>
              <a:rPr lang="en-US" dirty="0"/>
              <a:t> </a:t>
            </a:r>
            <a:r>
              <a:rPr lang="en-US" dirty="0" err="1"/>
              <a:t>bằng</a:t>
            </a:r>
            <a:r>
              <a:rPr lang="en-US" dirty="0"/>
              <a:t> Java, </a:t>
            </a:r>
            <a:r>
              <a:rPr lang="en-US" dirty="0" err="1"/>
              <a:t>chúng</a:t>
            </a:r>
            <a:r>
              <a:rPr lang="en-US" dirty="0"/>
              <a:t> ta </a:t>
            </a:r>
            <a:r>
              <a:rPr lang="en-US" dirty="0" err="1"/>
              <a:t>sẽ</a:t>
            </a:r>
            <a:r>
              <a:rPr lang="en-US" dirty="0"/>
              <a:t> </a:t>
            </a:r>
            <a:r>
              <a:rPr lang="en-US" dirty="0" err="1"/>
              <a:t>có</a:t>
            </a:r>
            <a:r>
              <a:rPr lang="en-US" dirty="0"/>
              <a:t> </a:t>
            </a:r>
            <a:r>
              <a:rPr lang="en-US" dirty="0" err="1"/>
              <a:t>các</a:t>
            </a:r>
            <a:r>
              <a:rPr lang="en-US" dirty="0"/>
              <a:t> </a:t>
            </a:r>
            <a:r>
              <a:rPr lang="en-US" dirty="0" err="1"/>
              <a:t>trường</a:t>
            </a:r>
            <a:r>
              <a:rPr lang="en-US" dirty="0"/>
              <a:t> </a:t>
            </a:r>
            <a:r>
              <a:rPr lang="en-US" dirty="0" err="1"/>
              <a:t>mô</a:t>
            </a:r>
            <a:r>
              <a:rPr lang="en-US" dirty="0"/>
              <a:t> </a:t>
            </a:r>
            <a:r>
              <a:rPr lang="en-US" dirty="0" err="1"/>
              <a:t>tả</a:t>
            </a:r>
            <a:r>
              <a:rPr lang="en-US" dirty="0"/>
              <a:t> </a:t>
            </a:r>
            <a:r>
              <a:rPr lang="en-US" dirty="0" err="1"/>
              <a:t>chiếc</a:t>
            </a:r>
            <a:r>
              <a:rPr lang="en-US" dirty="0"/>
              <a:t> </a:t>
            </a:r>
            <a:r>
              <a:rPr lang="en-US" dirty="0" err="1"/>
              <a:t>ô</a:t>
            </a:r>
            <a:r>
              <a:rPr lang="en-US" dirty="0"/>
              <a:t> </a:t>
            </a:r>
            <a:r>
              <a:rPr lang="en-US" dirty="0" err="1"/>
              <a:t>tô</a:t>
            </a:r>
            <a:r>
              <a:rPr lang="en-US" dirty="0"/>
              <a:t>: </a:t>
            </a:r>
            <a:r>
              <a:rPr lang="en-US" dirty="0" err="1"/>
              <a:t>nhà</a:t>
            </a:r>
            <a:r>
              <a:rPr lang="en-US" dirty="0"/>
              <a:t> </a:t>
            </a:r>
            <a:r>
              <a:rPr lang="en-US" dirty="0" err="1"/>
              <a:t>sản</a:t>
            </a:r>
            <a:r>
              <a:rPr lang="en-US" dirty="0"/>
              <a:t> </a:t>
            </a:r>
            <a:r>
              <a:rPr lang="en-US" dirty="0" err="1"/>
              <a:t>xuất</a:t>
            </a:r>
            <a:r>
              <a:rPr lang="en-US" dirty="0"/>
              <a:t>, </a:t>
            </a:r>
            <a:r>
              <a:rPr lang="en-US" dirty="0" err="1"/>
              <a:t>tên</a:t>
            </a:r>
            <a:r>
              <a:rPr lang="en-US" dirty="0"/>
              <a:t> model, </a:t>
            </a:r>
            <a:r>
              <a:rPr lang="en-US" dirty="0" err="1"/>
              <a:t>năm</a:t>
            </a:r>
            <a:r>
              <a:rPr lang="en-US" dirty="0"/>
              <a:t> </a:t>
            </a:r>
            <a:r>
              <a:rPr lang="en-US" dirty="0" err="1"/>
              <a:t>sản</a:t>
            </a:r>
            <a:r>
              <a:rPr lang="en-US" dirty="0"/>
              <a:t> </a:t>
            </a:r>
            <a:r>
              <a:rPr lang="en-US" dirty="0" err="1"/>
              <a:t>xuất</a:t>
            </a:r>
            <a:r>
              <a:rPr lang="en-US" dirty="0"/>
              <a:t> </a:t>
            </a:r>
            <a:r>
              <a:rPr lang="en-US" dirty="0" err="1"/>
              <a:t>và</a:t>
            </a:r>
            <a:r>
              <a:rPr lang="en-US" dirty="0"/>
              <a:t> </a:t>
            </a:r>
            <a:r>
              <a:rPr lang="en-US" dirty="0" err="1"/>
              <a:t>tốc</a:t>
            </a:r>
            <a:r>
              <a:rPr lang="en-US" dirty="0"/>
              <a:t> </a:t>
            </a:r>
            <a:r>
              <a:rPr lang="en-US" dirty="0" err="1"/>
              <a:t>độ</a:t>
            </a:r>
            <a:r>
              <a:rPr lang="en-US" dirty="0"/>
              <a:t>. Các </a:t>
            </a:r>
            <a:r>
              <a:rPr lang="en-US" dirty="0" err="1"/>
              <a:t>phương</a:t>
            </a:r>
            <a:r>
              <a:rPr lang="en-US" dirty="0"/>
              <a:t> </a:t>
            </a:r>
            <a:r>
              <a:rPr lang="en-US" dirty="0" err="1"/>
              <a:t>thức</a:t>
            </a:r>
            <a:r>
              <a:rPr lang="en-US" dirty="0"/>
              <a:t> </a:t>
            </a:r>
            <a:r>
              <a:rPr lang="en-US" dirty="0" err="1"/>
              <a:t>của</a:t>
            </a:r>
            <a:r>
              <a:rPr lang="en-US" dirty="0"/>
              <a:t> </a:t>
            </a:r>
            <a:r>
              <a:rPr lang="en-US" dirty="0" err="1"/>
              <a:t>lớp</a:t>
            </a:r>
            <a:r>
              <a:rPr lang="en-US" dirty="0"/>
              <a:t> </a:t>
            </a:r>
            <a:r>
              <a:rPr lang="en-US" dirty="0" err="1"/>
              <a:t>ô</a:t>
            </a:r>
            <a:r>
              <a:rPr lang="en-US" dirty="0"/>
              <a:t> </a:t>
            </a:r>
            <a:r>
              <a:rPr lang="en-US" dirty="0" err="1"/>
              <a:t>tô</a:t>
            </a:r>
            <a:r>
              <a:rPr lang="en-US" dirty="0"/>
              <a:t> </a:t>
            </a:r>
            <a:r>
              <a:rPr lang="en-US" dirty="0" err="1"/>
              <a:t>sẽ</a:t>
            </a:r>
            <a:r>
              <a:rPr lang="en-US" dirty="0"/>
              <a:t> </a:t>
            </a:r>
            <a:r>
              <a:rPr lang="en-US" dirty="0" err="1"/>
              <a:t>mô</a:t>
            </a:r>
            <a:r>
              <a:rPr lang="en-US" dirty="0"/>
              <a:t> </a:t>
            </a:r>
            <a:r>
              <a:rPr lang="en-US" dirty="0" err="1"/>
              <a:t>tả</a:t>
            </a:r>
            <a:r>
              <a:rPr lang="en-US" dirty="0"/>
              <a:t> </a:t>
            </a:r>
            <a:r>
              <a:rPr lang="en-US" dirty="0" err="1"/>
              <a:t>những</a:t>
            </a:r>
            <a:r>
              <a:rPr lang="en-US" dirty="0"/>
              <a:t> </a:t>
            </a:r>
            <a:r>
              <a:rPr lang="en-US" dirty="0" err="1"/>
              <a:t>gì</a:t>
            </a:r>
            <a:r>
              <a:rPr lang="en-US" dirty="0"/>
              <a:t> </a:t>
            </a:r>
            <a:r>
              <a:rPr lang="en-US" dirty="0" err="1"/>
              <a:t>ô</a:t>
            </a:r>
            <a:r>
              <a:rPr lang="en-US" dirty="0"/>
              <a:t> </a:t>
            </a:r>
            <a:r>
              <a:rPr lang="en-US" dirty="0" err="1"/>
              <a:t>tô</a:t>
            </a:r>
            <a:r>
              <a:rPr lang="en-US" dirty="0"/>
              <a:t> </a:t>
            </a:r>
            <a:r>
              <a:rPr lang="en-US" dirty="0" err="1"/>
              <a:t>làm</a:t>
            </a:r>
            <a:r>
              <a:rPr lang="en-US" dirty="0"/>
              <a:t> </a:t>
            </a:r>
            <a:r>
              <a:rPr lang="en-US" dirty="0" err="1"/>
              <a:t>như</a:t>
            </a:r>
            <a:r>
              <a:rPr lang="en-US" dirty="0"/>
              <a:t> </a:t>
            </a:r>
            <a:r>
              <a:rPr lang="en-US" dirty="0" err="1"/>
              <a:t>tăng</a:t>
            </a:r>
            <a:r>
              <a:rPr lang="en-US" dirty="0"/>
              <a:t> </a:t>
            </a:r>
            <a:r>
              <a:rPr lang="en-US" dirty="0" err="1"/>
              <a:t>tốc</a:t>
            </a:r>
            <a:r>
              <a:rPr lang="en-US" dirty="0"/>
              <a:t>, </a:t>
            </a:r>
            <a:r>
              <a:rPr lang="en-US" dirty="0" err="1"/>
              <a:t>phanh</a:t>
            </a:r>
            <a:endParaRPr dirty="0"/>
          </a:p>
        </p:txBody>
      </p:sp>
      <p:sp>
        <p:nvSpPr>
          <p:cNvPr id="119" name="Google Shape;11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10</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1"/>
          <p:cNvSpPr txBox="1">
            <a:spLocks noGrp="1"/>
          </p:cNvSpPr>
          <p:nvPr>
            <p:ph type="title"/>
          </p:nvPr>
        </p:nvSpPr>
        <p:spPr>
          <a:xfrm>
            <a:off x="228600" y="125413"/>
            <a:ext cx="10390188" cy="70167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Các khối xây dung cơ bản của Java - Package</a:t>
            </a:r>
            <a:endParaRPr/>
          </a:p>
        </p:txBody>
      </p:sp>
      <p:sp>
        <p:nvSpPr>
          <p:cNvPr id="126" name="Google Shape;126;p11"/>
          <p:cNvSpPr txBox="1">
            <a:spLocks noGrp="1"/>
          </p:cNvSpPr>
          <p:nvPr>
            <p:ph type="body" idx="1"/>
          </p:nvPr>
        </p:nvSpPr>
        <p:spPr>
          <a:xfrm>
            <a:off x="228600" y="854720"/>
            <a:ext cx="10744200" cy="5241279"/>
          </a:xfrm>
          <a:prstGeom prst="rect">
            <a:avLst/>
          </a:prstGeom>
          <a:noFill/>
          <a:ln>
            <a:noFill/>
          </a:ln>
        </p:spPr>
        <p:txBody>
          <a:bodyPr spcFirstLastPara="1" wrap="square" lIns="91425" tIns="45700" rIns="91425" bIns="45700" anchor="t" anchorCtr="0">
            <a:noAutofit/>
          </a:bodyPr>
          <a:lstStyle/>
          <a:p>
            <a:pPr marL="228600" lvl="0" indent="-228600" algn="just" rtl="0">
              <a:lnSpc>
                <a:spcPct val="150000"/>
              </a:lnSpc>
              <a:spcBef>
                <a:spcPts val="0"/>
              </a:spcBef>
              <a:spcAft>
                <a:spcPts val="0"/>
              </a:spcAft>
              <a:buClr>
                <a:schemeClr val="dk1"/>
              </a:buClr>
              <a:buSzPts val="2400"/>
              <a:buChar char="•"/>
            </a:pPr>
            <a:r>
              <a:rPr lang="en-US" sz="2400" dirty="0" err="1"/>
              <a:t>Tất</a:t>
            </a:r>
            <a:r>
              <a:rPr lang="en-US" sz="2400" dirty="0"/>
              <a:t> </a:t>
            </a:r>
            <a:r>
              <a:rPr lang="en-US" sz="2400" dirty="0" err="1"/>
              <a:t>cả</a:t>
            </a:r>
            <a:r>
              <a:rPr lang="en-US" sz="2400" dirty="0"/>
              <a:t> </a:t>
            </a:r>
            <a:r>
              <a:rPr lang="en-US" sz="2400" dirty="0" err="1"/>
              <a:t>các</a:t>
            </a:r>
            <a:r>
              <a:rPr lang="en-US" sz="2400" dirty="0"/>
              <a:t> </a:t>
            </a:r>
            <a:r>
              <a:rPr lang="en-US" sz="2400" dirty="0" err="1"/>
              <a:t>loại</a:t>
            </a:r>
            <a:r>
              <a:rPr lang="en-US" sz="2400" dirty="0"/>
              <a:t> </a:t>
            </a:r>
            <a:r>
              <a:rPr lang="en-US" sz="2400" dirty="0" err="1"/>
              <a:t>đối</a:t>
            </a:r>
            <a:r>
              <a:rPr lang="en-US" sz="2400" dirty="0"/>
              <a:t> </a:t>
            </a:r>
            <a:r>
              <a:rPr lang="en-US" sz="2400" dirty="0" err="1"/>
              <a:t>tượng</a:t>
            </a:r>
            <a:r>
              <a:rPr lang="en-US" sz="2400" dirty="0"/>
              <a:t> </a:t>
            </a:r>
            <a:r>
              <a:rPr lang="en-US" sz="2400" dirty="0" err="1"/>
              <a:t>được</a:t>
            </a:r>
            <a:r>
              <a:rPr lang="en-US" sz="2400" dirty="0"/>
              <a:t> </a:t>
            </a:r>
            <a:r>
              <a:rPr lang="en-US" sz="2400" dirty="0" err="1"/>
              <a:t>mô</a:t>
            </a:r>
            <a:r>
              <a:rPr lang="en-US" sz="2400" dirty="0"/>
              <a:t> </a:t>
            </a:r>
            <a:r>
              <a:rPr lang="en-US" sz="2400" dirty="0" err="1"/>
              <a:t>tả</a:t>
            </a:r>
            <a:r>
              <a:rPr lang="en-US" sz="2400" dirty="0"/>
              <a:t> </a:t>
            </a:r>
            <a:r>
              <a:rPr lang="en-US" sz="2400" dirty="0" err="1"/>
              <a:t>trong</a:t>
            </a:r>
            <a:r>
              <a:rPr lang="en-US" sz="2400" dirty="0"/>
              <a:t> </a:t>
            </a:r>
            <a:r>
              <a:rPr lang="en-US" sz="2400" dirty="0" err="1"/>
              <a:t>tệp</a:t>
            </a:r>
            <a:r>
              <a:rPr lang="en-US" sz="2400" dirty="0"/>
              <a:t> </a:t>
            </a:r>
            <a:r>
              <a:rPr lang="en-US" sz="2400" dirty="0" err="1"/>
              <a:t>có</a:t>
            </a:r>
            <a:r>
              <a:rPr lang="en-US" sz="2400" dirty="0"/>
              <a:t> </a:t>
            </a:r>
            <a:r>
              <a:rPr lang="en-US" sz="2400" dirty="0" err="1"/>
              <a:t>phần</a:t>
            </a:r>
            <a:r>
              <a:rPr lang="en-US" sz="2400" dirty="0"/>
              <a:t> </a:t>
            </a:r>
            <a:r>
              <a:rPr lang="en-US" sz="2400" dirty="0" err="1"/>
              <a:t>mở</a:t>
            </a:r>
            <a:r>
              <a:rPr lang="en-US" sz="2400" dirty="0"/>
              <a:t> </a:t>
            </a:r>
            <a:r>
              <a:rPr lang="en-US" sz="2400" dirty="0" err="1"/>
              <a:t>rộng</a:t>
            </a:r>
            <a:r>
              <a:rPr lang="en-US" sz="2400" dirty="0"/>
              <a:t> *.java. Các </a:t>
            </a:r>
            <a:r>
              <a:rPr lang="en-US" sz="2400" dirty="0" err="1"/>
              <a:t>loại</a:t>
            </a:r>
            <a:r>
              <a:rPr lang="en-US" sz="2400" dirty="0"/>
              <a:t> </a:t>
            </a:r>
            <a:r>
              <a:rPr lang="en-US" sz="2400" dirty="0" err="1"/>
              <a:t>đối</a:t>
            </a:r>
            <a:r>
              <a:rPr lang="en-US" sz="2400" dirty="0"/>
              <a:t> </a:t>
            </a:r>
            <a:r>
              <a:rPr lang="en-US" sz="2400" dirty="0" err="1"/>
              <a:t>tượng</a:t>
            </a:r>
            <a:r>
              <a:rPr lang="en-US" sz="2400" dirty="0"/>
              <a:t> </a:t>
            </a:r>
            <a:r>
              <a:rPr lang="en-US" sz="2400" dirty="0" err="1"/>
              <a:t>được</a:t>
            </a:r>
            <a:r>
              <a:rPr lang="en-US" sz="2400" dirty="0"/>
              <a:t> </a:t>
            </a:r>
            <a:r>
              <a:rPr lang="en-US" sz="2400" dirty="0" err="1"/>
              <a:t>tổ</a:t>
            </a:r>
            <a:r>
              <a:rPr lang="en-US" sz="2400" dirty="0"/>
              <a:t> </a:t>
            </a:r>
            <a:r>
              <a:rPr lang="en-US" sz="2400" dirty="0" err="1"/>
              <a:t>chức</a:t>
            </a:r>
            <a:r>
              <a:rPr lang="en-US" sz="2400" dirty="0"/>
              <a:t> </a:t>
            </a:r>
            <a:r>
              <a:rPr lang="en-US" sz="2400" dirty="0" err="1"/>
              <a:t>trong</a:t>
            </a:r>
            <a:r>
              <a:rPr lang="en-US" sz="2400" dirty="0"/>
              <a:t> </a:t>
            </a:r>
            <a:r>
              <a:rPr lang="en-US" sz="2400" dirty="0" err="1"/>
              <a:t>các</a:t>
            </a:r>
            <a:r>
              <a:rPr lang="en-US" sz="2400" dirty="0"/>
              <a:t> </a:t>
            </a:r>
            <a:r>
              <a:rPr lang="en-US" sz="2400" b="1" dirty="0" err="1"/>
              <a:t>gói</a:t>
            </a:r>
            <a:r>
              <a:rPr lang="en-US" sz="2400" dirty="0"/>
              <a:t> (package)</a:t>
            </a:r>
            <a:endParaRPr dirty="0"/>
          </a:p>
          <a:p>
            <a:pPr marL="228600" lvl="0" indent="-228600" algn="just" rtl="0">
              <a:lnSpc>
                <a:spcPct val="150000"/>
              </a:lnSpc>
              <a:spcBef>
                <a:spcPts val="1000"/>
              </a:spcBef>
              <a:spcAft>
                <a:spcPts val="0"/>
              </a:spcAft>
              <a:buClr>
                <a:schemeClr val="dk1"/>
              </a:buClr>
              <a:buSzPts val="2400"/>
              <a:buChar char="•"/>
            </a:pPr>
            <a:r>
              <a:rPr lang="en-US" sz="2400" dirty="0" err="1"/>
              <a:t>Một</a:t>
            </a:r>
            <a:r>
              <a:rPr lang="en-US" sz="2400" dirty="0"/>
              <a:t> </a:t>
            </a:r>
            <a:r>
              <a:rPr lang="en-US" sz="2400" dirty="0" err="1"/>
              <a:t>gói</a:t>
            </a:r>
            <a:r>
              <a:rPr lang="en-US" sz="2400" dirty="0"/>
              <a:t> </a:t>
            </a:r>
            <a:r>
              <a:rPr lang="en-US" sz="2400" dirty="0" err="1"/>
              <a:t>là</a:t>
            </a:r>
            <a:r>
              <a:rPr lang="en-US" sz="2400" dirty="0"/>
              <a:t> </a:t>
            </a:r>
            <a:r>
              <a:rPr lang="en-US" sz="2400" dirty="0" err="1"/>
              <a:t>một</a:t>
            </a:r>
            <a:r>
              <a:rPr lang="en-US" sz="2400" dirty="0"/>
              <a:t> </a:t>
            </a:r>
            <a:r>
              <a:rPr lang="en-US" sz="2400" dirty="0" err="1"/>
              <a:t>hệ</a:t>
            </a:r>
            <a:r>
              <a:rPr lang="en-US" sz="2400" dirty="0"/>
              <a:t> </a:t>
            </a:r>
            <a:r>
              <a:rPr lang="en-US" sz="2400" dirty="0" err="1"/>
              <a:t>thống</a:t>
            </a:r>
            <a:r>
              <a:rPr lang="en-US" sz="2400" dirty="0"/>
              <a:t> </a:t>
            </a:r>
            <a:r>
              <a:rPr lang="en-US" sz="2400" dirty="0" err="1"/>
              <a:t>phân</a:t>
            </a:r>
            <a:r>
              <a:rPr lang="en-US" sz="2400" dirty="0"/>
              <a:t> </a:t>
            </a:r>
            <a:r>
              <a:rPr lang="en-US" sz="2400" dirty="0" err="1"/>
              <a:t>cấp</a:t>
            </a:r>
            <a:r>
              <a:rPr lang="en-US" sz="2400" dirty="0"/>
              <a:t> </a:t>
            </a:r>
            <a:r>
              <a:rPr lang="en-US" sz="2400" dirty="0" err="1"/>
              <a:t>của</a:t>
            </a:r>
            <a:r>
              <a:rPr lang="en-US" sz="2400" dirty="0"/>
              <a:t> </a:t>
            </a:r>
            <a:r>
              <a:rPr lang="en-US" sz="2400" dirty="0" err="1"/>
              <a:t>các</a:t>
            </a:r>
            <a:r>
              <a:rPr lang="en-US" sz="2400" dirty="0"/>
              <a:t> </a:t>
            </a:r>
            <a:r>
              <a:rPr lang="en-US" sz="2400" dirty="0" err="1"/>
              <a:t>thư</a:t>
            </a:r>
            <a:r>
              <a:rPr lang="en-US" sz="2400" dirty="0"/>
              <a:t> </a:t>
            </a:r>
            <a:r>
              <a:rPr lang="en-US" sz="2400" dirty="0" err="1"/>
              <a:t>mục</a:t>
            </a:r>
            <a:r>
              <a:rPr lang="en-US" sz="2400" dirty="0"/>
              <a:t> </a:t>
            </a:r>
            <a:r>
              <a:rPr lang="en-US" sz="2400" dirty="0" err="1"/>
              <a:t>với</a:t>
            </a:r>
            <a:r>
              <a:rPr lang="en-US" sz="2400" dirty="0"/>
              <a:t> </a:t>
            </a:r>
            <a:r>
              <a:rPr lang="en-US" sz="2400" dirty="0" err="1"/>
              <a:t>các</a:t>
            </a:r>
            <a:r>
              <a:rPr lang="en-US" sz="2400" dirty="0"/>
              <a:t> </a:t>
            </a:r>
            <a:r>
              <a:rPr lang="en-US" sz="2400" dirty="0" err="1"/>
              <a:t>kiểu</a:t>
            </a:r>
            <a:r>
              <a:rPr lang="en-US" sz="2400" dirty="0"/>
              <a:t> </a:t>
            </a:r>
            <a:r>
              <a:rPr lang="en-US" sz="2400" dirty="0" err="1"/>
              <a:t>đối</a:t>
            </a:r>
            <a:r>
              <a:rPr lang="en-US" sz="2400" dirty="0"/>
              <a:t> </a:t>
            </a:r>
            <a:r>
              <a:rPr lang="en-US" sz="2400" dirty="0" err="1"/>
              <a:t>tượng</a:t>
            </a:r>
            <a:r>
              <a:rPr lang="en-US" sz="2400" dirty="0"/>
              <a:t> Java </a:t>
            </a:r>
            <a:r>
              <a:rPr lang="en-US" sz="2400" dirty="0" err="1"/>
              <a:t>ở</a:t>
            </a:r>
            <a:r>
              <a:rPr lang="en-US" sz="2400" dirty="0"/>
              <a:t> </a:t>
            </a:r>
            <a:r>
              <a:rPr lang="en-US" sz="2400" dirty="0" err="1"/>
              <a:t>cấp</a:t>
            </a:r>
            <a:r>
              <a:rPr lang="en-US" sz="2400" dirty="0"/>
              <a:t> </a:t>
            </a:r>
            <a:r>
              <a:rPr lang="en-US" sz="2400" dirty="0" err="1"/>
              <a:t>cuối</a:t>
            </a:r>
            <a:r>
              <a:rPr lang="en-US" sz="2400" dirty="0"/>
              <a:t> </a:t>
            </a:r>
            <a:r>
              <a:rPr lang="en-US" sz="2400" dirty="0" err="1"/>
              <a:t>cùng</a:t>
            </a:r>
            <a:endParaRPr sz="2400" dirty="0"/>
          </a:p>
          <a:p>
            <a:pPr marL="228600" lvl="0" indent="-228600" algn="just" rtl="0">
              <a:lnSpc>
                <a:spcPct val="150000"/>
              </a:lnSpc>
              <a:spcBef>
                <a:spcPts val="1000"/>
              </a:spcBef>
              <a:spcAft>
                <a:spcPts val="0"/>
              </a:spcAft>
              <a:buClr>
                <a:schemeClr val="dk1"/>
              </a:buClr>
              <a:buSzPts val="2400"/>
              <a:buChar char="•"/>
            </a:pPr>
            <a:r>
              <a:rPr lang="en-US" sz="2400" dirty="0" err="1"/>
              <a:t>Tên</a:t>
            </a:r>
            <a:r>
              <a:rPr lang="en-US" sz="2400" dirty="0"/>
              <a:t> </a:t>
            </a:r>
            <a:r>
              <a:rPr lang="en-US" sz="2400" dirty="0" err="1"/>
              <a:t>gói</a:t>
            </a:r>
            <a:r>
              <a:rPr lang="en-US" sz="2400" dirty="0"/>
              <a:t> </a:t>
            </a:r>
            <a:r>
              <a:rPr lang="en-US" sz="2400" dirty="0" err="1"/>
              <a:t>phải</a:t>
            </a:r>
            <a:r>
              <a:rPr lang="en-US" sz="2400" dirty="0"/>
              <a:t> </a:t>
            </a:r>
            <a:r>
              <a:rPr lang="en-US" sz="2400" dirty="0" err="1"/>
              <a:t>là</a:t>
            </a:r>
            <a:r>
              <a:rPr lang="en-US" sz="2400" dirty="0"/>
              <a:t> </a:t>
            </a:r>
            <a:r>
              <a:rPr lang="en-US" sz="2400" dirty="0" err="1"/>
              <a:t>duy</a:t>
            </a:r>
            <a:r>
              <a:rPr lang="en-US" sz="2400" dirty="0"/>
              <a:t> </a:t>
            </a:r>
            <a:r>
              <a:rPr lang="en-US" sz="2400" dirty="0" err="1"/>
              <a:t>nhất</a:t>
            </a:r>
            <a:r>
              <a:rPr lang="en-US" sz="2400" dirty="0"/>
              <a:t> </a:t>
            </a:r>
            <a:r>
              <a:rPr lang="en-US" sz="2400" dirty="0" err="1"/>
              <a:t>và</a:t>
            </a:r>
            <a:r>
              <a:rPr lang="en-US" sz="2400" dirty="0"/>
              <a:t> </a:t>
            </a:r>
            <a:r>
              <a:rPr lang="en-US" sz="2400" dirty="0" err="1"/>
              <a:t>tên</a:t>
            </a:r>
            <a:r>
              <a:rPr lang="en-US" sz="2400" dirty="0"/>
              <a:t> </a:t>
            </a:r>
            <a:r>
              <a:rPr lang="en-US" sz="2400" dirty="0" err="1"/>
              <a:t>của</a:t>
            </a:r>
            <a:r>
              <a:rPr lang="en-US" sz="2400" dirty="0"/>
              <a:t> </a:t>
            </a:r>
            <a:r>
              <a:rPr lang="en-US" sz="2400" dirty="0" err="1"/>
              <a:t>chúng</a:t>
            </a:r>
            <a:r>
              <a:rPr lang="en-US" sz="2400" dirty="0"/>
              <a:t> </a:t>
            </a:r>
            <a:r>
              <a:rPr lang="en-US" sz="2400" dirty="0" err="1"/>
              <a:t>phải</a:t>
            </a:r>
            <a:r>
              <a:rPr lang="en-US" sz="2400" dirty="0"/>
              <a:t> </a:t>
            </a:r>
            <a:r>
              <a:rPr lang="en-US" sz="2400" dirty="0" err="1"/>
              <a:t>theo</a:t>
            </a:r>
            <a:r>
              <a:rPr lang="en-US" sz="2400" dirty="0"/>
              <a:t> </a:t>
            </a:r>
            <a:r>
              <a:rPr lang="en-US" sz="2400" dirty="0" err="1"/>
              <a:t>một</a:t>
            </a:r>
            <a:r>
              <a:rPr lang="en-US" sz="2400" dirty="0"/>
              <a:t> </a:t>
            </a:r>
            <a:r>
              <a:rPr lang="en-US" sz="2400" dirty="0" err="1"/>
              <a:t>mẫu</a:t>
            </a:r>
            <a:r>
              <a:rPr lang="en-US" sz="2400" dirty="0"/>
              <a:t> </a:t>
            </a:r>
            <a:r>
              <a:rPr lang="en-US" sz="2400" dirty="0" err="1"/>
              <a:t>nhất</a:t>
            </a:r>
            <a:r>
              <a:rPr lang="en-US" sz="2400" dirty="0"/>
              <a:t> </a:t>
            </a:r>
            <a:r>
              <a:rPr lang="en-US" sz="2400" dirty="0" err="1"/>
              <a:t>định</a:t>
            </a:r>
            <a:r>
              <a:rPr lang="en-US" sz="2400" dirty="0"/>
              <a:t>. </a:t>
            </a:r>
            <a:r>
              <a:rPr lang="en-US" sz="2400" dirty="0" err="1"/>
              <a:t>Để</a:t>
            </a:r>
            <a:r>
              <a:rPr lang="en-US" sz="2400" dirty="0"/>
              <a:t> </a:t>
            </a:r>
            <a:r>
              <a:rPr lang="en-US" sz="2400" dirty="0" err="1"/>
              <a:t>đảm</a:t>
            </a:r>
            <a:r>
              <a:rPr lang="en-US" sz="2400" dirty="0"/>
              <a:t> </a:t>
            </a:r>
            <a:r>
              <a:rPr lang="en-US" sz="2400" dirty="0" err="1"/>
              <a:t>bảo</a:t>
            </a:r>
            <a:r>
              <a:rPr lang="en-US" sz="2400" dirty="0"/>
              <a:t> </a:t>
            </a:r>
            <a:r>
              <a:rPr lang="en-US" sz="2400" dirty="0" err="1"/>
              <a:t>tính</a:t>
            </a:r>
            <a:r>
              <a:rPr lang="en-US" sz="2400" dirty="0"/>
              <a:t> </a:t>
            </a:r>
            <a:r>
              <a:rPr lang="en-US" sz="2400" dirty="0" err="1"/>
              <a:t>thống</a:t>
            </a:r>
            <a:r>
              <a:rPr lang="en-US" sz="2400" dirty="0"/>
              <a:t> </a:t>
            </a:r>
            <a:r>
              <a:rPr lang="en-US" sz="2400" dirty="0" err="1"/>
              <a:t>nhất</a:t>
            </a:r>
            <a:r>
              <a:rPr lang="en-US" sz="2400" dirty="0"/>
              <a:t> </a:t>
            </a:r>
            <a:r>
              <a:rPr lang="en-US" sz="2400" dirty="0" err="1"/>
              <a:t>và</a:t>
            </a:r>
            <a:r>
              <a:rPr lang="en-US" sz="2400" dirty="0"/>
              <a:t> </a:t>
            </a:r>
            <a:r>
              <a:rPr lang="en-US" sz="2400" dirty="0" err="1"/>
              <a:t>ý</a:t>
            </a:r>
            <a:r>
              <a:rPr lang="en-US" sz="2400" dirty="0"/>
              <a:t> </a:t>
            </a:r>
            <a:r>
              <a:rPr lang="en-US" sz="2400" dirty="0" err="1"/>
              <a:t>nghĩa</a:t>
            </a:r>
            <a:r>
              <a:rPr lang="en-US" sz="2400" dirty="0"/>
              <a:t>, </a:t>
            </a:r>
            <a:r>
              <a:rPr lang="en-US" sz="2400" dirty="0" err="1"/>
              <a:t>tên</a:t>
            </a:r>
            <a:r>
              <a:rPr lang="en-US" sz="2400" dirty="0"/>
              <a:t> </a:t>
            </a:r>
            <a:r>
              <a:rPr lang="en-US" sz="2400" dirty="0" err="1"/>
              <a:t>gói</a:t>
            </a:r>
            <a:r>
              <a:rPr lang="en-US" sz="2400" dirty="0"/>
              <a:t> </a:t>
            </a:r>
            <a:r>
              <a:rPr lang="en-US" sz="2400" dirty="0" err="1"/>
              <a:t>thường</a:t>
            </a:r>
            <a:r>
              <a:rPr lang="en-US" sz="2400" dirty="0"/>
              <a:t> </a:t>
            </a:r>
            <a:r>
              <a:rPr lang="en-US" sz="2400" dirty="0" err="1"/>
              <a:t>bắt</a:t>
            </a:r>
            <a:r>
              <a:rPr lang="en-US" sz="2400" dirty="0"/>
              <a:t> </a:t>
            </a:r>
            <a:r>
              <a:rPr lang="en-US" sz="2400" dirty="0" err="1"/>
              <a:t>đầu</a:t>
            </a:r>
            <a:r>
              <a:rPr lang="en-US" sz="2400" dirty="0"/>
              <a:t> </a:t>
            </a:r>
            <a:r>
              <a:rPr lang="en-US" sz="2400" dirty="0" err="1"/>
              <a:t>bằng</a:t>
            </a:r>
            <a:r>
              <a:rPr lang="en-US" sz="2400" dirty="0"/>
              <a:t> </a:t>
            </a:r>
            <a:r>
              <a:rPr lang="en-US" sz="2400" dirty="0" err="1"/>
              <a:t>tên</a:t>
            </a:r>
            <a:r>
              <a:rPr lang="en-US" sz="2400" dirty="0"/>
              <a:t> </a:t>
            </a:r>
            <a:r>
              <a:rPr lang="en-US" sz="2400" dirty="0" err="1"/>
              <a:t>miền</a:t>
            </a:r>
            <a:r>
              <a:rPr lang="en-US" sz="2400" dirty="0"/>
              <a:t> Internet </a:t>
            </a:r>
            <a:r>
              <a:rPr lang="en-US" sz="2400" dirty="0" err="1"/>
              <a:t>của</a:t>
            </a:r>
            <a:r>
              <a:rPr lang="en-US" sz="2400" dirty="0"/>
              <a:t> </a:t>
            </a:r>
            <a:r>
              <a:rPr lang="en-US" sz="2400" dirty="0" err="1"/>
              <a:t>tổ</a:t>
            </a:r>
            <a:r>
              <a:rPr lang="en-US" sz="2400" dirty="0"/>
              <a:t> </a:t>
            </a:r>
            <a:r>
              <a:rPr lang="en-US" sz="2400" dirty="0" err="1"/>
              <a:t>chức</a:t>
            </a:r>
            <a:r>
              <a:rPr lang="en-US" sz="2400" dirty="0"/>
              <a:t> </a:t>
            </a:r>
            <a:r>
              <a:rPr lang="en-US" sz="2400" dirty="0" err="1"/>
              <a:t>theo</a:t>
            </a:r>
            <a:r>
              <a:rPr lang="en-US" sz="2400" dirty="0"/>
              <a:t> </a:t>
            </a:r>
            <a:r>
              <a:rPr lang="en-US" sz="2400" dirty="0" err="1"/>
              <a:t>thứ</a:t>
            </a:r>
            <a:r>
              <a:rPr lang="en-US" sz="2400" dirty="0"/>
              <a:t> </a:t>
            </a:r>
            <a:r>
              <a:rPr lang="en-US" sz="2400" dirty="0" err="1"/>
              <a:t>tự</a:t>
            </a:r>
            <a:r>
              <a:rPr lang="en-US" sz="2400" dirty="0"/>
              <a:t> </a:t>
            </a:r>
            <a:r>
              <a:rPr lang="en-US" sz="2400" dirty="0" err="1"/>
              <a:t>ngược</a:t>
            </a:r>
            <a:r>
              <a:rPr lang="en-US" sz="2400" dirty="0"/>
              <a:t>, </a:t>
            </a:r>
            <a:r>
              <a:rPr lang="en-US" sz="2400" dirty="0" err="1"/>
              <a:t>sau</a:t>
            </a:r>
            <a:r>
              <a:rPr lang="en-US" sz="2400" dirty="0"/>
              <a:t> </a:t>
            </a:r>
            <a:r>
              <a:rPr lang="en-US" sz="2400" dirty="0" err="1"/>
              <a:t>đó</a:t>
            </a:r>
            <a:r>
              <a:rPr lang="en-US" sz="2400" dirty="0"/>
              <a:t> </a:t>
            </a:r>
            <a:r>
              <a:rPr lang="en-US" sz="2400" dirty="0" err="1"/>
              <a:t>thêm</a:t>
            </a:r>
            <a:r>
              <a:rPr lang="en-US" sz="2400" dirty="0"/>
              <a:t> </a:t>
            </a:r>
            <a:r>
              <a:rPr lang="en-US" sz="2400" dirty="0" err="1"/>
              <a:t>các</a:t>
            </a:r>
            <a:r>
              <a:rPr lang="en-US" sz="2400" dirty="0"/>
              <a:t> </a:t>
            </a:r>
            <a:r>
              <a:rPr lang="en-US" sz="2400" dirty="0" err="1"/>
              <a:t>tiêu</a:t>
            </a:r>
            <a:r>
              <a:rPr lang="en-US" sz="2400" dirty="0"/>
              <a:t> </a:t>
            </a:r>
            <a:r>
              <a:rPr lang="en-US" sz="2400" dirty="0" err="1"/>
              <a:t>chí</a:t>
            </a:r>
            <a:r>
              <a:rPr lang="en-US" sz="2400" dirty="0"/>
              <a:t> </a:t>
            </a:r>
            <a:r>
              <a:rPr lang="en-US" sz="2400" dirty="0" err="1"/>
              <a:t>phân</a:t>
            </a:r>
            <a:r>
              <a:rPr lang="en-US" sz="2400" dirty="0"/>
              <a:t> </a:t>
            </a:r>
            <a:r>
              <a:rPr lang="en-US" sz="2400" dirty="0" err="1"/>
              <a:t>nhóm</a:t>
            </a:r>
            <a:r>
              <a:rPr lang="en-US" sz="2400" dirty="0"/>
              <a:t>. </a:t>
            </a:r>
            <a:r>
              <a:rPr lang="en-US" sz="2400" dirty="0" err="1"/>
              <a:t>Ví</a:t>
            </a:r>
            <a:r>
              <a:rPr lang="en-US" sz="2400" dirty="0"/>
              <a:t> </a:t>
            </a:r>
            <a:r>
              <a:rPr lang="en-US" sz="2400" dirty="0" err="1"/>
              <a:t>dụ</a:t>
            </a:r>
            <a:r>
              <a:rPr lang="en-US" sz="2400" dirty="0"/>
              <a:t>: </a:t>
            </a:r>
            <a:r>
              <a:rPr lang="en-US" sz="2400" dirty="0" err="1"/>
              <a:t>tên</a:t>
            </a:r>
            <a:r>
              <a:rPr lang="en-US" sz="2400" dirty="0"/>
              <a:t> </a:t>
            </a:r>
            <a:r>
              <a:rPr lang="en-US" sz="2400" dirty="0" err="1"/>
              <a:t>miền</a:t>
            </a:r>
            <a:r>
              <a:rPr lang="en-US" sz="2400" dirty="0"/>
              <a:t> </a:t>
            </a:r>
            <a:r>
              <a:rPr lang="en-US" sz="2400" dirty="0" err="1"/>
              <a:t>của</a:t>
            </a:r>
            <a:r>
              <a:rPr lang="en-US" sz="2400" dirty="0"/>
              <a:t> VTI Academy </a:t>
            </a:r>
            <a:r>
              <a:rPr lang="en-US" sz="2400" dirty="0" err="1"/>
              <a:t>là</a:t>
            </a:r>
            <a:r>
              <a:rPr lang="en-US" sz="2400" dirty="0"/>
              <a:t> </a:t>
            </a:r>
            <a:r>
              <a:rPr lang="en-US" sz="2400" u="sng" dirty="0">
                <a:solidFill>
                  <a:schemeClr val="hlink"/>
                </a:solidFill>
                <a:hlinkClick r:id="rId3"/>
              </a:rPr>
              <a:t>https://vtiacademy.edu.vn</a:t>
            </a:r>
            <a:r>
              <a:rPr lang="en-US" sz="2400" dirty="0"/>
              <a:t> =&gt; </a:t>
            </a:r>
            <a:r>
              <a:rPr lang="en-US" sz="2400" dirty="0" err="1"/>
              <a:t>tên</a:t>
            </a:r>
            <a:r>
              <a:rPr lang="en-US" sz="2400" dirty="0"/>
              <a:t> </a:t>
            </a:r>
            <a:r>
              <a:rPr lang="en-US" sz="2400" dirty="0" err="1"/>
              <a:t>gói</a:t>
            </a:r>
            <a:r>
              <a:rPr lang="en-US" sz="2400" dirty="0"/>
              <a:t> </a:t>
            </a:r>
            <a:r>
              <a:rPr lang="en-US" sz="2400" dirty="0" err="1"/>
              <a:t>tuân</a:t>
            </a:r>
            <a:r>
              <a:rPr lang="en-US" sz="2400" dirty="0"/>
              <a:t> </a:t>
            </a:r>
            <a:r>
              <a:rPr lang="en-US" sz="2400" dirty="0" err="1"/>
              <a:t>theo</a:t>
            </a:r>
            <a:r>
              <a:rPr lang="en-US" sz="2400" dirty="0"/>
              <a:t> </a:t>
            </a:r>
            <a:r>
              <a:rPr lang="en-US" sz="2400" dirty="0" err="1"/>
              <a:t>mẫu</a:t>
            </a:r>
            <a:r>
              <a:rPr lang="en-US" sz="2400" dirty="0"/>
              <a:t> </a:t>
            </a:r>
            <a:r>
              <a:rPr lang="en-US" sz="2400" dirty="0" err="1"/>
              <a:t>được</a:t>
            </a:r>
            <a:r>
              <a:rPr lang="en-US" sz="2400" dirty="0"/>
              <a:t> </a:t>
            </a:r>
            <a:r>
              <a:rPr lang="en-US" sz="2400" dirty="0" err="1"/>
              <a:t>mô</a:t>
            </a:r>
            <a:r>
              <a:rPr lang="en-US" sz="2400" dirty="0"/>
              <a:t> </a:t>
            </a:r>
            <a:r>
              <a:rPr lang="en-US" sz="2400" dirty="0" err="1"/>
              <a:t>tả</a:t>
            </a:r>
            <a:r>
              <a:rPr lang="en-US" sz="2400" dirty="0"/>
              <a:t> </a:t>
            </a:r>
            <a:r>
              <a:rPr lang="en-US" sz="2400" dirty="0" err="1"/>
              <a:t>là</a:t>
            </a:r>
            <a:r>
              <a:rPr lang="en-US" sz="2400" dirty="0"/>
              <a:t>: </a:t>
            </a:r>
            <a:r>
              <a:rPr lang="en-US" sz="2400" dirty="0" err="1"/>
              <a:t>vn.edu.vtiacademy.bgn.lesson</a:t>
            </a:r>
            <a:r>
              <a:rPr lang="en-US" sz="2400" dirty="0"/>
              <a:t>[*]+</a:t>
            </a:r>
            <a:endParaRPr dirty="0"/>
          </a:p>
        </p:txBody>
      </p:sp>
      <p:sp>
        <p:nvSpPr>
          <p:cNvPr id="127" name="Google Shape;12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11</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2"/>
          <p:cNvSpPr txBox="1">
            <a:spLocks noGrp="1"/>
          </p:cNvSpPr>
          <p:nvPr>
            <p:ph type="title"/>
          </p:nvPr>
        </p:nvSpPr>
        <p:spPr>
          <a:xfrm>
            <a:off x="228600" y="125413"/>
            <a:ext cx="10390188" cy="70167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2800"/>
              <a:t>Các khối xây dung cơ bản của Java – Access Modifiers</a:t>
            </a:r>
            <a:endParaRPr/>
          </a:p>
        </p:txBody>
      </p:sp>
      <p:sp>
        <p:nvSpPr>
          <p:cNvPr id="134" name="Google Shape;134;p12"/>
          <p:cNvSpPr txBox="1">
            <a:spLocks noGrp="1"/>
          </p:cNvSpPr>
          <p:nvPr>
            <p:ph type="body" idx="1"/>
          </p:nvPr>
        </p:nvSpPr>
        <p:spPr>
          <a:xfrm>
            <a:off x="228600" y="854720"/>
            <a:ext cx="10744200" cy="5241279"/>
          </a:xfrm>
          <a:prstGeom prst="rect">
            <a:avLst/>
          </a:prstGeom>
          <a:noFill/>
          <a:ln>
            <a:noFill/>
          </a:ln>
        </p:spPr>
        <p:txBody>
          <a:bodyPr spcFirstLastPara="1" wrap="square" lIns="91425" tIns="45700" rIns="91425" bIns="45700" anchor="t" anchorCtr="0">
            <a:noAutofit/>
          </a:bodyPr>
          <a:lstStyle/>
          <a:p>
            <a:pPr marL="228600" lvl="0" indent="-228600" algn="just" rtl="0">
              <a:lnSpc>
                <a:spcPct val="150000"/>
              </a:lnSpc>
              <a:spcBef>
                <a:spcPts val="0"/>
              </a:spcBef>
              <a:spcAft>
                <a:spcPts val="0"/>
              </a:spcAft>
              <a:buClr>
                <a:schemeClr val="dk1"/>
              </a:buClr>
              <a:buSzPts val="2400"/>
              <a:buChar char="•"/>
            </a:pPr>
            <a:r>
              <a:rPr lang="en-US" sz="2400"/>
              <a:t>Access Modifier xác định phạm vi truy cập của biến, phương thức, lớp</a:t>
            </a:r>
            <a:endParaRPr sz="2400"/>
          </a:p>
        </p:txBody>
      </p:sp>
      <p:sp>
        <p:nvSpPr>
          <p:cNvPr id="135" name="Google Shape;13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12</a:t>
            </a:fld>
            <a:endParaRPr sz="1400" b="0" i="0" u="none" strike="noStrike" cap="none">
              <a:solidFill>
                <a:schemeClr val="dk1"/>
              </a:solidFill>
              <a:latin typeface="Tahoma"/>
              <a:ea typeface="Tahoma"/>
              <a:cs typeface="Tahoma"/>
              <a:sym typeface="Tahoma"/>
            </a:endParaRPr>
          </a:p>
        </p:txBody>
      </p:sp>
      <p:pic>
        <p:nvPicPr>
          <p:cNvPr id="136" name="Google Shape;136;p12" descr="Table&#10;&#10;Description automatically generated"/>
          <p:cNvPicPr preferRelativeResize="0"/>
          <p:nvPr/>
        </p:nvPicPr>
        <p:blipFill rotWithShape="1">
          <a:blip r:embed="rId3">
            <a:alphaModFix/>
          </a:blip>
          <a:srcRect/>
          <a:stretch/>
        </p:blipFill>
        <p:spPr>
          <a:xfrm>
            <a:off x="1162050" y="2152650"/>
            <a:ext cx="7772400" cy="201062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3"/>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Giải thích code</a:t>
            </a:r>
            <a:endParaRPr/>
          </a:p>
        </p:txBody>
      </p:sp>
      <p:sp>
        <p:nvSpPr>
          <p:cNvPr id="143" name="Google Shape;143;p13"/>
          <p:cNvSpPr txBox="1">
            <a:spLocks noGrp="1"/>
          </p:cNvSpPr>
          <p:nvPr>
            <p:ph type="body" idx="1"/>
          </p:nvPr>
        </p:nvSpPr>
        <p:spPr>
          <a:xfrm>
            <a:off x="381000" y="990600"/>
            <a:ext cx="10515600" cy="5181600"/>
          </a:xfrm>
          <a:prstGeom prst="rect">
            <a:avLst/>
          </a:prstGeom>
          <a:noFill/>
          <a:ln>
            <a:noFill/>
          </a:ln>
        </p:spPr>
        <p:txBody>
          <a:bodyPr spcFirstLastPara="1" wrap="square" lIns="91425" tIns="45700" rIns="91425" bIns="45700" anchor="t" anchorCtr="0">
            <a:noAutofit/>
          </a:bodyPr>
          <a:lstStyle/>
          <a:p>
            <a:pPr marL="228600" lvl="0" indent="-228600" algn="just" rtl="0">
              <a:lnSpc>
                <a:spcPct val="150000"/>
              </a:lnSpc>
              <a:spcBef>
                <a:spcPts val="0"/>
              </a:spcBef>
              <a:spcAft>
                <a:spcPts val="0"/>
              </a:spcAft>
              <a:buClr>
                <a:schemeClr val="dk1"/>
              </a:buClr>
              <a:buSzPts val="2800"/>
              <a:buChar char="•"/>
            </a:pPr>
            <a:r>
              <a:rPr lang="en-US" b="1" dirty="0"/>
              <a:t>package </a:t>
            </a:r>
            <a:r>
              <a:rPr lang="en-US" b="1" dirty="0" err="1"/>
              <a:t>vn.edu.vtiacademy</a:t>
            </a:r>
            <a:r>
              <a:rPr lang="en-US" dirty="0"/>
              <a:t>: </a:t>
            </a:r>
            <a:r>
              <a:rPr lang="en-US" dirty="0" err="1"/>
              <a:t>khi</a:t>
            </a:r>
            <a:r>
              <a:rPr lang="en-US" dirty="0"/>
              <a:t> </a:t>
            </a:r>
            <a:r>
              <a:rPr lang="en-US" dirty="0" err="1"/>
              <a:t>các</a:t>
            </a:r>
            <a:r>
              <a:rPr lang="en-US" dirty="0"/>
              <a:t> </a:t>
            </a:r>
            <a:r>
              <a:rPr lang="en-US" dirty="0" err="1"/>
              <a:t>lớp</a:t>
            </a:r>
            <a:r>
              <a:rPr lang="en-US" dirty="0"/>
              <a:t> </a:t>
            </a:r>
            <a:r>
              <a:rPr lang="en-US" dirty="0" err="1"/>
              <a:t>là</a:t>
            </a:r>
            <a:r>
              <a:rPr lang="en-US" dirty="0"/>
              <a:t> </a:t>
            </a:r>
            <a:r>
              <a:rPr lang="en-US" dirty="0" err="1"/>
              <a:t>một</a:t>
            </a:r>
            <a:r>
              <a:rPr lang="en-US" dirty="0"/>
              <a:t> </a:t>
            </a:r>
            <a:r>
              <a:rPr lang="en-US" dirty="0" err="1"/>
              <a:t>phần</a:t>
            </a:r>
            <a:r>
              <a:rPr lang="en-US" dirty="0"/>
              <a:t> </a:t>
            </a:r>
            <a:r>
              <a:rPr lang="en-US" dirty="0" err="1"/>
              <a:t>của</a:t>
            </a:r>
            <a:r>
              <a:rPr lang="en-US" dirty="0"/>
              <a:t> </a:t>
            </a:r>
            <a:r>
              <a:rPr lang="en-US" dirty="0" err="1"/>
              <a:t>gói</a:t>
            </a:r>
            <a:r>
              <a:rPr lang="en-US" dirty="0"/>
              <a:t>, code </a:t>
            </a:r>
            <a:r>
              <a:rPr lang="en-US" dirty="0" err="1"/>
              <a:t>của</a:t>
            </a:r>
            <a:r>
              <a:rPr lang="en-US" dirty="0"/>
              <a:t> </a:t>
            </a:r>
            <a:r>
              <a:rPr lang="en-US" dirty="0" err="1"/>
              <a:t>chúng</a:t>
            </a:r>
            <a:r>
              <a:rPr lang="en-US" dirty="0"/>
              <a:t> ta </a:t>
            </a:r>
            <a:r>
              <a:rPr lang="en-US" dirty="0" err="1"/>
              <a:t>phải</a:t>
            </a:r>
            <a:r>
              <a:rPr lang="en-US" dirty="0"/>
              <a:t> </a:t>
            </a:r>
            <a:r>
              <a:rPr lang="en-US" dirty="0" err="1"/>
              <a:t>bắt</a:t>
            </a:r>
            <a:r>
              <a:rPr lang="en-US" dirty="0"/>
              <a:t> </a:t>
            </a:r>
            <a:r>
              <a:rPr lang="en-US" dirty="0" err="1"/>
              <a:t>đầu</a:t>
            </a:r>
            <a:r>
              <a:rPr lang="en-US" dirty="0"/>
              <a:t> </a:t>
            </a:r>
            <a:r>
              <a:rPr lang="en-US" dirty="0" err="1"/>
              <a:t>bằng</a:t>
            </a:r>
            <a:r>
              <a:rPr lang="en-US" dirty="0"/>
              <a:t> </a:t>
            </a:r>
            <a:r>
              <a:rPr lang="en-US" dirty="0" err="1"/>
              <a:t>dòng</a:t>
            </a:r>
            <a:r>
              <a:rPr lang="en-US" dirty="0"/>
              <a:t> </a:t>
            </a:r>
            <a:r>
              <a:rPr lang="en-US" dirty="0" err="1"/>
              <a:t>này</a:t>
            </a:r>
            <a:r>
              <a:rPr lang="en-US" dirty="0"/>
              <a:t>. Package </a:t>
            </a:r>
            <a:r>
              <a:rPr lang="en-US" dirty="0" err="1"/>
              <a:t>là</a:t>
            </a:r>
            <a:r>
              <a:rPr lang="en-US" dirty="0"/>
              <a:t> </a:t>
            </a:r>
            <a:r>
              <a:rPr lang="en-US" dirty="0" err="1"/>
              <a:t>một</a:t>
            </a:r>
            <a:r>
              <a:rPr lang="en-US" dirty="0"/>
              <a:t> </a:t>
            </a:r>
            <a:r>
              <a:rPr lang="en-US" dirty="0" err="1"/>
              <a:t>từ</a:t>
            </a:r>
            <a:r>
              <a:rPr lang="en-US" dirty="0"/>
              <a:t> </a:t>
            </a:r>
            <a:r>
              <a:rPr lang="en-US" dirty="0" err="1"/>
              <a:t>khóa</a:t>
            </a:r>
            <a:r>
              <a:rPr lang="en-US" dirty="0"/>
              <a:t> </a:t>
            </a:r>
            <a:r>
              <a:rPr lang="en-US" dirty="0" err="1"/>
              <a:t>dành</a:t>
            </a:r>
            <a:r>
              <a:rPr lang="en-US" dirty="0"/>
              <a:t> </a:t>
            </a:r>
            <a:r>
              <a:rPr lang="en-US" dirty="0" err="1"/>
              <a:t>riêng</a:t>
            </a:r>
            <a:r>
              <a:rPr lang="en-US" dirty="0"/>
              <a:t> </a:t>
            </a:r>
            <a:r>
              <a:rPr lang="en-US" dirty="0" err="1"/>
              <a:t>trong</a:t>
            </a:r>
            <a:r>
              <a:rPr lang="en-US" dirty="0"/>
              <a:t> Java </a:t>
            </a:r>
            <a:r>
              <a:rPr lang="en-US" dirty="0" err="1"/>
              <a:t>và</a:t>
            </a:r>
            <a:r>
              <a:rPr lang="en-US" dirty="0"/>
              <a:t> </a:t>
            </a:r>
            <a:r>
              <a:rPr lang="en-US" dirty="0" err="1"/>
              <a:t>không</a:t>
            </a:r>
            <a:r>
              <a:rPr lang="en-US" dirty="0"/>
              <a:t> </a:t>
            </a:r>
            <a:r>
              <a:rPr lang="en-US" dirty="0" err="1"/>
              <a:t>thể</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cho</a:t>
            </a:r>
            <a:r>
              <a:rPr lang="en-US" dirty="0"/>
              <a:t> </a:t>
            </a:r>
            <a:r>
              <a:rPr lang="en-US" dirty="0" err="1"/>
              <a:t>bất</a:t>
            </a:r>
            <a:r>
              <a:rPr lang="en-US" dirty="0"/>
              <a:t> </a:t>
            </a:r>
            <a:r>
              <a:rPr lang="en-US" dirty="0" err="1"/>
              <a:t>kỳ</a:t>
            </a:r>
            <a:r>
              <a:rPr lang="en-US" dirty="0"/>
              <a:t> </a:t>
            </a:r>
            <a:r>
              <a:rPr lang="en-US" dirty="0" err="1"/>
              <a:t>điều</a:t>
            </a:r>
            <a:r>
              <a:rPr lang="en-US" dirty="0"/>
              <a:t> </a:t>
            </a:r>
            <a:r>
              <a:rPr lang="en-US" dirty="0" err="1"/>
              <a:t>gì</a:t>
            </a:r>
            <a:r>
              <a:rPr lang="en-US" dirty="0"/>
              <a:t> </a:t>
            </a:r>
            <a:r>
              <a:rPr lang="en-US" dirty="0" err="1"/>
              <a:t>khác</a:t>
            </a:r>
            <a:r>
              <a:rPr lang="en-US" dirty="0"/>
              <a:t> </a:t>
            </a:r>
            <a:r>
              <a:rPr lang="en-US" dirty="0" err="1"/>
              <a:t>ngoài</a:t>
            </a:r>
            <a:r>
              <a:rPr lang="en-US" dirty="0"/>
              <a:t> </a:t>
            </a:r>
            <a:r>
              <a:rPr lang="en-US" dirty="0" err="1"/>
              <a:t>việc</a:t>
            </a:r>
            <a:r>
              <a:rPr lang="en-US" dirty="0"/>
              <a:t> </a:t>
            </a:r>
            <a:r>
              <a:rPr lang="en-US" dirty="0" err="1"/>
              <a:t>khai</a:t>
            </a:r>
            <a:r>
              <a:rPr lang="en-US" dirty="0"/>
              <a:t> </a:t>
            </a:r>
            <a:r>
              <a:rPr lang="en-US" dirty="0" err="1"/>
              <a:t>báo</a:t>
            </a:r>
            <a:r>
              <a:rPr lang="en-US" dirty="0"/>
              <a:t> </a:t>
            </a:r>
            <a:r>
              <a:rPr lang="en-US" dirty="0" err="1"/>
              <a:t>một</a:t>
            </a:r>
            <a:r>
              <a:rPr lang="en-US" dirty="0"/>
              <a:t> </a:t>
            </a:r>
            <a:r>
              <a:rPr lang="en-US" dirty="0" err="1"/>
              <a:t>gói</a:t>
            </a:r>
            <a:endParaRPr dirty="0"/>
          </a:p>
          <a:p>
            <a:pPr marL="228600" lvl="0" indent="-228600" algn="just" rtl="0">
              <a:lnSpc>
                <a:spcPct val="150000"/>
              </a:lnSpc>
              <a:spcBef>
                <a:spcPts val="1000"/>
              </a:spcBef>
              <a:spcAft>
                <a:spcPts val="0"/>
              </a:spcAft>
              <a:buClr>
                <a:schemeClr val="dk1"/>
              </a:buClr>
              <a:buSzPts val="2800"/>
              <a:buChar char="•"/>
            </a:pPr>
            <a:r>
              <a:rPr lang="en-US" b="1" dirty="0"/>
              <a:t>public class </a:t>
            </a:r>
            <a:r>
              <a:rPr lang="en-US" b="1" dirty="0" err="1"/>
              <a:t>Helloworld</a:t>
            </a:r>
            <a:r>
              <a:rPr lang="en-US" dirty="0"/>
              <a:t>: </a:t>
            </a:r>
            <a:r>
              <a:rPr lang="en-US" dirty="0" err="1"/>
              <a:t>khai</a:t>
            </a:r>
            <a:r>
              <a:rPr lang="en-US" dirty="0"/>
              <a:t> </a:t>
            </a:r>
            <a:r>
              <a:rPr lang="en-US" dirty="0" err="1"/>
              <a:t>báo</a:t>
            </a:r>
            <a:r>
              <a:rPr lang="en-US" dirty="0"/>
              <a:t> </a:t>
            </a:r>
            <a:r>
              <a:rPr lang="en-US" dirty="0" err="1"/>
              <a:t>lớp</a:t>
            </a:r>
            <a:r>
              <a:rPr lang="en-US" dirty="0"/>
              <a:t>, class </a:t>
            </a:r>
            <a:r>
              <a:rPr lang="en-US" dirty="0" err="1"/>
              <a:t>này</a:t>
            </a:r>
            <a:r>
              <a:rPr lang="en-US" dirty="0"/>
              <a:t> </a:t>
            </a:r>
            <a:r>
              <a:rPr lang="en-US" dirty="0" err="1"/>
              <a:t>là</a:t>
            </a:r>
            <a:r>
              <a:rPr lang="en-US" dirty="0"/>
              <a:t> public </a:t>
            </a:r>
            <a:r>
              <a:rPr lang="en-US" dirty="0" err="1"/>
              <a:t>để</a:t>
            </a:r>
            <a:r>
              <a:rPr lang="en-US" dirty="0"/>
              <a:t> </a:t>
            </a:r>
            <a:r>
              <a:rPr lang="en-US" dirty="0" err="1"/>
              <a:t>nó</a:t>
            </a:r>
            <a:r>
              <a:rPr lang="en-US" dirty="0"/>
              <a:t> </a:t>
            </a:r>
            <a:r>
              <a:rPr lang="en-US" dirty="0" err="1"/>
              <a:t>có</a:t>
            </a:r>
            <a:r>
              <a:rPr lang="en-US" dirty="0"/>
              <a:t> </a:t>
            </a:r>
            <a:r>
              <a:rPr lang="en-US" dirty="0" err="1"/>
              <a:t>thể</a:t>
            </a:r>
            <a:r>
              <a:rPr lang="en-US" dirty="0"/>
              <a:t> </a:t>
            </a:r>
            <a:r>
              <a:rPr lang="en-US" dirty="0" err="1"/>
              <a:t>được</a:t>
            </a:r>
            <a:r>
              <a:rPr lang="en-US" dirty="0"/>
              <a:t> </a:t>
            </a:r>
            <a:r>
              <a:rPr lang="en-US" dirty="0" err="1"/>
              <a:t>nhìn</a:t>
            </a:r>
            <a:r>
              <a:rPr lang="en-US" dirty="0"/>
              <a:t> </a:t>
            </a:r>
            <a:r>
              <a:rPr lang="en-US" dirty="0" err="1"/>
              <a:t>thấy</a:t>
            </a:r>
            <a:r>
              <a:rPr lang="en-US" dirty="0"/>
              <a:t> </a:t>
            </a:r>
            <a:r>
              <a:rPr lang="en-US" dirty="0" err="1"/>
              <a:t>từ</a:t>
            </a:r>
            <a:r>
              <a:rPr lang="en-US" dirty="0"/>
              <a:t> </a:t>
            </a:r>
            <a:r>
              <a:rPr lang="en-US" dirty="0" err="1"/>
              <a:t>mọi</a:t>
            </a:r>
            <a:r>
              <a:rPr lang="en-US" dirty="0"/>
              <a:t> </a:t>
            </a:r>
            <a:r>
              <a:rPr lang="en-US" dirty="0" err="1"/>
              <a:t>nơi</a:t>
            </a:r>
            <a:r>
              <a:rPr lang="en-US" dirty="0"/>
              <a:t>, </a:t>
            </a:r>
            <a:r>
              <a:rPr lang="en-US" dirty="0" err="1"/>
              <a:t>và</a:t>
            </a:r>
            <a:r>
              <a:rPr lang="en-US" dirty="0"/>
              <a:t> </a:t>
            </a:r>
            <a:r>
              <a:rPr lang="en-US" dirty="0" err="1"/>
              <a:t>tên</a:t>
            </a:r>
            <a:r>
              <a:rPr lang="en-US" dirty="0"/>
              <a:t> </a:t>
            </a:r>
            <a:r>
              <a:rPr lang="en-US" dirty="0" err="1"/>
              <a:t>của</a:t>
            </a:r>
            <a:r>
              <a:rPr lang="en-US" dirty="0"/>
              <a:t> class </a:t>
            </a:r>
            <a:r>
              <a:rPr lang="en-US" dirty="0" err="1"/>
              <a:t>là</a:t>
            </a:r>
            <a:r>
              <a:rPr lang="en-US" dirty="0"/>
              <a:t> </a:t>
            </a:r>
            <a:r>
              <a:rPr lang="en-US" dirty="0" err="1"/>
              <a:t>Helloworld</a:t>
            </a:r>
            <a:r>
              <a:rPr lang="en-US" dirty="0"/>
              <a:t>. </a:t>
            </a:r>
            <a:r>
              <a:rPr lang="en-US" dirty="0" err="1"/>
              <a:t>Phần</a:t>
            </a:r>
            <a:r>
              <a:rPr lang="en-US" dirty="0"/>
              <a:t> </a:t>
            </a:r>
            <a:r>
              <a:rPr lang="en-US" dirty="0" err="1"/>
              <a:t>thân</a:t>
            </a:r>
            <a:r>
              <a:rPr lang="en-US" dirty="0"/>
              <a:t> </a:t>
            </a:r>
            <a:r>
              <a:rPr lang="en-US" dirty="0" err="1"/>
              <a:t>của</a:t>
            </a:r>
            <a:r>
              <a:rPr lang="en-US" dirty="0"/>
              <a:t> </a:t>
            </a:r>
            <a:r>
              <a:rPr lang="en-US" dirty="0" err="1"/>
              <a:t>một</a:t>
            </a:r>
            <a:r>
              <a:rPr lang="en-US" dirty="0"/>
              <a:t> </a:t>
            </a:r>
            <a:r>
              <a:rPr lang="en-US" dirty="0" err="1"/>
              <a:t>lớp</a:t>
            </a:r>
            <a:r>
              <a:rPr lang="en-US" dirty="0"/>
              <a:t> </a:t>
            </a:r>
            <a:r>
              <a:rPr lang="en-US" dirty="0" err="1"/>
              <a:t>được</a:t>
            </a:r>
            <a:r>
              <a:rPr lang="en-US" dirty="0"/>
              <a:t> bao </a:t>
            </a:r>
            <a:r>
              <a:rPr lang="en-US" dirty="0" err="1"/>
              <a:t>giữa</a:t>
            </a:r>
            <a:r>
              <a:rPr lang="en-US" dirty="0"/>
              <a:t> </a:t>
            </a:r>
            <a:r>
              <a:rPr lang="en-US" dirty="0" err="1"/>
              <a:t>dấu</a:t>
            </a:r>
            <a:r>
              <a:rPr lang="en-US" dirty="0"/>
              <a:t> </a:t>
            </a:r>
            <a:r>
              <a:rPr lang="en-US" dirty="0" err="1"/>
              <a:t>ngoặc</a:t>
            </a:r>
            <a:r>
              <a:rPr lang="en-US" dirty="0"/>
              <a:t> </a:t>
            </a:r>
            <a:r>
              <a:rPr lang="en-US" dirty="0" err="1"/>
              <a:t>nhọn</a:t>
            </a:r>
            <a:r>
              <a:rPr lang="en-US" dirty="0"/>
              <a:t> </a:t>
            </a:r>
            <a:endParaRPr dirty="0"/>
          </a:p>
        </p:txBody>
      </p:sp>
      <p:sp>
        <p:nvSpPr>
          <p:cNvPr id="144" name="Google Shape;14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13</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4"/>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Giải thích code</a:t>
            </a:r>
            <a:endParaRPr/>
          </a:p>
        </p:txBody>
      </p:sp>
      <p:sp>
        <p:nvSpPr>
          <p:cNvPr id="151" name="Google Shape;151;p14"/>
          <p:cNvSpPr txBox="1">
            <a:spLocks noGrp="1"/>
          </p:cNvSpPr>
          <p:nvPr>
            <p:ph type="body" idx="1"/>
          </p:nvPr>
        </p:nvSpPr>
        <p:spPr>
          <a:xfrm>
            <a:off x="381000" y="990600"/>
            <a:ext cx="10515600" cy="5181600"/>
          </a:xfrm>
          <a:prstGeom prst="rect">
            <a:avLst/>
          </a:prstGeom>
          <a:noFill/>
          <a:ln>
            <a:noFill/>
          </a:ln>
        </p:spPr>
        <p:txBody>
          <a:bodyPr spcFirstLastPara="1" wrap="square" lIns="91425" tIns="45700" rIns="91425" bIns="45700" anchor="t" anchorCtr="0">
            <a:noAutofit/>
          </a:bodyPr>
          <a:lstStyle/>
          <a:p>
            <a:pPr marL="228600" lvl="0" indent="-228600" algn="just" rtl="0">
              <a:lnSpc>
                <a:spcPct val="150000"/>
              </a:lnSpc>
              <a:spcBef>
                <a:spcPts val="0"/>
              </a:spcBef>
              <a:spcAft>
                <a:spcPts val="0"/>
              </a:spcAft>
              <a:buClr>
                <a:schemeClr val="dk1"/>
              </a:buClr>
              <a:buSzPts val="1800"/>
              <a:buChar char="•"/>
            </a:pPr>
            <a:r>
              <a:rPr lang="en-US" sz="1800" b="1" dirty="0"/>
              <a:t>public static void main</a:t>
            </a:r>
            <a:r>
              <a:rPr lang="en-US" sz="1800" dirty="0"/>
              <a:t>: </a:t>
            </a:r>
            <a:r>
              <a:rPr lang="en-US" sz="1800" dirty="0" err="1"/>
              <a:t>một</a:t>
            </a:r>
            <a:r>
              <a:rPr lang="en-US" sz="1800" dirty="0"/>
              <a:t> method signature </a:t>
            </a:r>
            <a:r>
              <a:rPr lang="en-US" sz="1800" dirty="0" err="1"/>
              <a:t>là</a:t>
            </a:r>
            <a:r>
              <a:rPr lang="en-US" sz="1800" dirty="0"/>
              <a:t> </a:t>
            </a:r>
            <a:r>
              <a:rPr lang="en-US" sz="1800" dirty="0" err="1"/>
              <a:t>sự</a:t>
            </a:r>
            <a:r>
              <a:rPr lang="en-US" sz="1800" dirty="0"/>
              <a:t> </a:t>
            </a:r>
            <a:r>
              <a:rPr lang="en-US" sz="1800" dirty="0" err="1"/>
              <a:t>kết</a:t>
            </a:r>
            <a:r>
              <a:rPr lang="en-US" sz="1800" dirty="0"/>
              <a:t> </a:t>
            </a:r>
            <a:r>
              <a:rPr lang="en-US" sz="1800" dirty="0" err="1"/>
              <a:t>hợp</a:t>
            </a:r>
            <a:r>
              <a:rPr lang="en-US" sz="1800" dirty="0"/>
              <a:t> </a:t>
            </a:r>
            <a:r>
              <a:rPr lang="en-US" sz="1800" dirty="0" err="1"/>
              <a:t>giữa</a:t>
            </a:r>
            <a:r>
              <a:rPr lang="en-US" sz="1800" dirty="0"/>
              <a:t> </a:t>
            </a:r>
            <a:r>
              <a:rPr lang="en-US" sz="1800" dirty="0" err="1"/>
              <a:t>tên</a:t>
            </a:r>
            <a:r>
              <a:rPr lang="en-US" sz="1800" dirty="0"/>
              <a:t> </a:t>
            </a:r>
            <a:r>
              <a:rPr lang="en-US" sz="1800" dirty="0" err="1"/>
              <a:t>phương</a:t>
            </a:r>
            <a:r>
              <a:rPr lang="en-US" sz="1800" dirty="0"/>
              <a:t> </a:t>
            </a:r>
            <a:r>
              <a:rPr lang="en-US" sz="1800" dirty="0" err="1"/>
              <a:t>thức</a:t>
            </a:r>
            <a:r>
              <a:rPr lang="en-US" sz="1800" dirty="0"/>
              <a:t> </a:t>
            </a:r>
            <a:r>
              <a:rPr lang="en-US" sz="1800" dirty="0" err="1"/>
              <a:t>và</a:t>
            </a:r>
            <a:r>
              <a:rPr lang="en-US" sz="1800" dirty="0"/>
              <a:t> </a:t>
            </a:r>
            <a:r>
              <a:rPr lang="en-US" sz="1800" dirty="0" err="1"/>
              <a:t>danh</a:t>
            </a:r>
            <a:r>
              <a:rPr lang="en-US" sz="1800" dirty="0"/>
              <a:t> </a:t>
            </a:r>
            <a:r>
              <a:rPr lang="en-US" sz="1800" dirty="0" err="1"/>
              <a:t>sách</a:t>
            </a:r>
            <a:r>
              <a:rPr lang="en-US" sz="1800" dirty="0"/>
              <a:t> </a:t>
            </a:r>
            <a:r>
              <a:rPr lang="en-US" sz="1800" dirty="0" err="1"/>
              <a:t>tham</a:t>
            </a:r>
            <a:r>
              <a:rPr lang="en-US" sz="1800" dirty="0"/>
              <a:t> </a:t>
            </a:r>
            <a:r>
              <a:rPr lang="en-US" sz="1800" dirty="0" err="1"/>
              <a:t>số</a:t>
            </a:r>
            <a:r>
              <a:rPr lang="en-US" sz="1800" dirty="0"/>
              <a:t> </a:t>
            </a:r>
            <a:r>
              <a:rPr lang="en-US" sz="1800" dirty="0" err="1"/>
              <a:t>của</a:t>
            </a:r>
            <a:r>
              <a:rPr lang="en-US" sz="1800" dirty="0"/>
              <a:t> </a:t>
            </a:r>
            <a:r>
              <a:rPr lang="en-US" sz="1800" dirty="0" err="1"/>
              <a:t>nó</a:t>
            </a:r>
            <a:r>
              <a:rPr lang="en-US" sz="1800" dirty="0"/>
              <a:t>.</a:t>
            </a:r>
            <a:endParaRPr dirty="0"/>
          </a:p>
          <a:p>
            <a:pPr marL="685800" lvl="1" indent="-228600" algn="just" rtl="0">
              <a:lnSpc>
                <a:spcPct val="150000"/>
              </a:lnSpc>
              <a:spcBef>
                <a:spcPts val="500"/>
              </a:spcBef>
              <a:spcAft>
                <a:spcPts val="0"/>
              </a:spcAft>
              <a:buClr>
                <a:schemeClr val="dk1"/>
              </a:buClr>
              <a:buSzPts val="1800"/>
              <a:buChar char="•"/>
            </a:pPr>
            <a:r>
              <a:rPr lang="en-US" sz="1800" b="1" dirty="0"/>
              <a:t>public</a:t>
            </a:r>
            <a:r>
              <a:rPr lang="en-US" sz="1800" dirty="0"/>
              <a:t>:  </a:t>
            </a:r>
            <a:r>
              <a:rPr lang="en-US" sz="1800" dirty="0" err="1"/>
              <a:t>hàm</a:t>
            </a:r>
            <a:r>
              <a:rPr lang="en-US" sz="1800" dirty="0"/>
              <a:t> main </a:t>
            </a:r>
            <a:r>
              <a:rPr lang="en-US" sz="1800" dirty="0" err="1"/>
              <a:t>phải</a:t>
            </a:r>
            <a:r>
              <a:rPr lang="en-US" sz="1800" dirty="0"/>
              <a:t> </a:t>
            </a:r>
            <a:r>
              <a:rPr lang="en-US" sz="1800" dirty="0" err="1"/>
              <a:t>được</a:t>
            </a:r>
            <a:r>
              <a:rPr lang="en-US" sz="1800" dirty="0"/>
              <a:t> public, </a:t>
            </a:r>
            <a:r>
              <a:rPr lang="en-US" sz="1800" dirty="0" err="1"/>
              <a:t>nếu</a:t>
            </a:r>
            <a:r>
              <a:rPr lang="en-US" sz="1800" dirty="0"/>
              <a:t> </a:t>
            </a:r>
            <a:r>
              <a:rPr lang="en-US" sz="1800" dirty="0" err="1"/>
              <a:t>không</a:t>
            </a:r>
            <a:r>
              <a:rPr lang="en-US" sz="1800" dirty="0"/>
              <a:t> </a:t>
            </a:r>
            <a:r>
              <a:rPr lang="en-US" sz="1800" dirty="0" err="1"/>
              <a:t>thì</a:t>
            </a:r>
            <a:r>
              <a:rPr lang="en-US" sz="1800" dirty="0"/>
              <a:t> JRE </a:t>
            </a:r>
            <a:r>
              <a:rPr lang="en-US" sz="1800" dirty="0" err="1"/>
              <a:t>không</a:t>
            </a:r>
            <a:r>
              <a:rPr lang="en-US" sz="1800" dirty="0"/>
              <a:t> </a:t>
            </a:r>
            <a:r>
              <a:rPr lang="en-US" sz="1800" dirty="0" err="1"/>
              <a:t>thể</a:t>
            </a:r>
            <a:r>
              <a:rPr lang="en-US" sz="1800" dirty="0"/>
              <a:t> </a:t>
            </a:r>
            <a:r>
              <a:rPr lang="en-US" sz="1800" dirty="0" err="1"/>
              <a:t>truy</a:t>
            </a:r>
            <a:r>
              <a:rPr lang="en-US" sz="1800" dirty="0"/>
              <a:t> </a:t>
            </a:r>
            <a:r>
              <a:rPr lang="en-US" sz="1800" dirty="0" err="1"/>
              <a:t>cập</a:t>
            </a:r>
            <a:r>
              <a:rPr lang="en-US" sz="1800" dirty="0"/>
              <a:t> </a:t>
            </a:r>
            <a:r>
              <a:rPr lang="en-US" sz="1800" dirty="0" err="1"/>
              <a:t>và</a:t>
            </a:r>
            <a:r>
              <a:rPr lang="en-US" sz="1800" dirty="0"/>
              <a:t> </a:t>
            </a:r>
            <a:r>
              <a:rPr lang="en-US" sz="1800" dirty="0" err="1"/>
              <a:t>gọi</a:t>
            </a:r>
            <a:r>
              <a:rPr lang="en-US" sz="1800" dirty="0"/>
              <a:t> </a:t>
            </a:r>
            <a:r>
              <a:rPr lang="en-US" sz="1800" dirty="0" err="1"/>
              <a:t>nó</a:t>
            </a:r>
            <a:endParaRPr sz="1800" dirty="0"/>
          </a:p>
          <a:p>
            <a:pPr marL="685800" lvl="1" indent="-228600" algn="just" rtl="0">
              <a:lnSpc>
                <a:spcPct val="150000"/>
              </a:lnSpc>
              <a:spcBef>
                <a:spcPts val="500"/>
              </a:spcBef>
              <a:spcAft>
                <a:spcPts val="0"/>
              </a:spcAft>
              <a:buClr>
                <a:schemeClr val="dk1"/>
              </a:buClr>
              <a:buSzPts val="1800"/>
              <a:buChar char="•"/>
            </a:pPr>
            <a:r>
              <a:rPr lang="en-US" sz="1800" b="1" dirty="0"/>
              <a:t>static</a:t>
            </a:r>
            <a:r>
              <a:rPr lang="en-US" sz="1800" dirty="0"/>
              <a:t>: Khi </a:t>
            </a:r>
            <a:r>
              <a:rPr lang="en-US" sz="1800" dirty="0" err="1"/>
              <a:t>một</a:t>
            </a:r>
            <a:r>
              <a:rPr lang="en-US" sz="1800" dirty="0"/>
              <a:t> </a:t>
            </a:r>
            <a:r>
              <a:rPr lang="en-US" sz="1800" dirty="0" err="1"/>
              <a:t>đối</a:t>
            </a:r>
            <a:r>
              <a:rPr lang="en-US" sz="1800" dirty="0"/>
              <a:t> </a:t>
            </a:r>
            <a:r>
              <a:rPr lang="en-US" sz="1800" dirty="0" err="1"/>
              <a:t>tượng</a:t>
            </a:r>
            <a:r>
              <a:rPr lang="en-US" sz="1800" dirty="0"/>
              <a:t> </a:t>
            </a:r>
            <a:r>
              <a:rPr lang="en-US" sz="1800" dirty="0" err="1"/>
              <a:t>của</a:t>
            </a:r>
            <a:r>
              <a:rPr lang="en-US" sz="1800" dirty="0"/>
              <a:t> </a:t>
            </a:r>
            <a:r>
              <a:rPr lang="en-US" sz="1800" dirty="0" err="1"/>
              <a:t>kiểu</a:t>
            </a:r>
            <a:r>
              <a:rPr lang="en-US" sz="1800" dirty="0"/>
              <a:t> </a:t>
            </a:r>
            <a:r>
              <a:rPr lang="en-US" sz="1800" dirty="0" err="1"/>
              <a:t>lớp</a:t>
            </a:r>
            <a:r>
              <a:rPr lang="en-US" sz="1800" dirty="0"/>
              <a:t> </a:t>
            </a:r>
            <a:r>
              <a:rPr lang="en-US" sz="1800" dirty="0" err="1"/>
              <a:t>đó</a:t>
            </a:r>
            <a:r>
              <a:rPr lang="en-US" sz="1800" dirty="0"/>
              <a:t> </a:t>
            </a:r>
            <a:r>
              <a:rPr lang="en-US" sz="1800" dirty="0" err="1"/>
              <a:t>được</a:t>
            </a:r>
            <a:r>
              <a:rPr lang="en-US" sz="1800" dirty="0"/>
              <a:t> </a:t>
            </a:r>
            <a:r>
              <a:rPr lang="en-US" sz="1800" dirty="0" err="1"/>
              <a:t>tạo</a:t>
            </a:r>
            <a:r>
              <a:rPr lang="en-US" sz="1800" dirty="0"/>
              <a:t> </a:t>
            </a:r>
            <a:r>
              <a:rPr lang="en-US" sz="1800" dirty="0" err="1"/>
              <a:t>ra</a:t>
            </a:r>
            <a:r>
              <a:rPr lang="en-US" sz="1800" dirty="0"/>
              <a:t>, </a:t>
            </a:r>
            <a:r>
              <a:rPr lang="en-US" sz="1800" dirty="0" err="1"/>
              <a:t>nó</a:t>
            </a:r>
            <a:r>
              <a:rPr lang="en-US" sz="1800" dirty="0"/>
              <a:t> </a:t>
            </a:r>
            <a:r>
              <a:rPr lang="en-US" sz="1800" dirty="0" err="1"/>
              <a:t>có</a:t>
            </a:r>
            <a:r>
              <a:rPr lang="en-US" sz="1800" dirty="0"/>
              <a:t> </a:t>
            </a:r>
            <a:r>
              <a:rPr lang="en-US" sz="1800" dirty="0" err="1"/>
              <a:t>các</a:t>
            </a:r>
            <a:r>
              <a:rPr lang="en-US" sz="1800" dirty="0"/>
              <a:t> </a:t>
            </a:r>
            <a:r>
              <a:rPr lang="en-US" sz="1800" dirty="0" err="1"/>
              <a:t>trường</a:t>
            </a:r>
            <a:r>
              <a:rPr lang="en-US" sz="1800" dirty="0"/>
              <a:t> </a:t>
            </a:r>
            <a:r>
              <a:rPr lang="en-US" sz="1800" dirty="0" err="1"/>
              <a:t>và</a:t>
            </a:r>
            <a:r>
              <a:rPr lang="en-US" sz="1800" dirty="0"/>
              <a:t> </a:t>
            </a:r>
            <a:r>
              <a:rPr lang="en-US" sz="1800" dirty="0" err="1"/>
              <a:t>phương</a:t>
            </a:r>
            <a:r>
              <a:rPr lang="en-US" sz="1800" dirty="0"/>
              <a:t> </a:t>
            </a:r>
            <a:r>
              <a:rPr lang="en-US" sz="1800" dirty="0" err="1"/>
              <a:t>thức</a:t>
            </a:r>
            <a:r>
              <a:rPr lang="en-US" sz="1800" dirty="0"/>
              <a:t> </a:t>
            </a:r>
            <a:r>
              <a:rPr lang="en-US" sz="1800" dirty="0" err="1"/>
              <a:t>được</a:t>
            </a:r>
            <a:r>
              <a:rPr lang="en-US" sz="1800" dirty="0"/>
              <a:t> </a:t>
            </a:r>
            <a:r>
              <a:rPr lang="en-US" sz="1800" dirty="0" err="1"/>
              <a:t>khai</a:t>
            </a:r>
            <a:r>
              <a:rPr lang="en-US" sz="1800" dirty="0"/>
              <a:t> </a:t>
            </a:r>
            <a:r>
              <a:rPr lang="en-US" sz="1800" dirty="0" err="1"/>
              <a:t>báo</a:t>
            </a:r>
            <a:r>
              <a:rPr lang="en-US" sz="1800" dirty="0"/>
              <a:t> </a:t>
            </a:r>
            <a:r>
              <a:rPr lang="en-US" sz="1800" dirty="0" err="1"/>
              <a:t>bởi</a:t>
            </a:r>
            <a:r>
              <a:rPr lang="en-US" sz="1800" dirty="0"/>
              <a:t> </a:t>
            </a:r>
            <a:r>
              <a:rPr lang="en-US" sz="1800" dirty="0" err="1"/>
              <a:t>lớp</a:t>
            </a:r>
            <a:r>
              <a:rPr lang="en-US" sz="1800" dirty="0"/>
              <a:t>. </a:t>
            </a:r>
            <a:r>
              <a:rPr lang="en-US" sz="1800" dirty="0" err="1"/>
              <a:t>Lớp</a:t>
            </a:r>
            <a:r>
              <a:rPr lang="en-US" sz="1800" dirty="0"/>
              <a:t> </a:t>
            </a:r>
            <a:r>
              <a:rPr lang="en-US" sz="1800" dirty="0" err="1"/>
              <a:t>là</a:t>
            </a:r>
            <a:r>
              <a:rPr lang="en-US" sz="1800" dirty="0"/>
              <a:t> </a:t>
            </a:r>
            <a:r>
              <a:rPr lang="en-US" sz="1800" dirty="0" err="1"/>
              <a:t>một</a:t>
            </a:r>
            <a:r>
              <a:rPr lang="en-US" sz="1800" dirty="0"/>
              <a:t> </a:t>
            </a:r>
            <a:r>
              <a:rPr lang="en-US" sz="1800" dirty="0" err="1"/>
              <a:t>khuôn</a:t>
            </a:r>
            <a:r>
              <a:rPr lang="en-US" sz="1800" dirty="0"/>
              <a:t> </a:t>
            </a:r>
            <a:r>
              <a:rPr lang="en-US" sz="1800" dirty="0" err="1"/>
              <a:t>mẫu</a:t>
            </a:r>
            <a:r>
              <a:rPr lang="en-US" sz="1800" dirty="0"/>
              <a:t> </a:t>
            </a:r>
            <a:r>
              <a:rPr lang="en-US" sz="1800" dirty="0" err="1"/>
              <a:t>để</a:t>
            </a:r>
            <a:r>
              <a:rPr lang="en-US" sz="1800" dirty="0"/>
              <a:t> </a:t>
            </a:r>
            <a:r>
              <a:rPr lang="en-US" sz="1800" dirty="0" err="1"/>
              <a:t>tạo</a:t>
            </a:r>
            <a:r>
              <a:rPr lang="en-US" sz="1800" dirty="0"/>
              <a:t> </a:t>
            </a:r>
            <a:r>
              <a:rPr lang="en-US" sz="1800" dirty="0" err="1"/>
              <a:t>các</a:t>
            </a:r>
            <a:r>
              <a:rPr lang="en-US" sz="1800" dirty="0"/>
              <a:t> </a:t>
            </a:r>
            <a:r>
              <a:rPr lang="en-US" sz="1800" dirty="0" err="1"/>
              <a:t>đối</a:t>
            </a:r>
            <a:r>
              <a:rPr lang="en-US" sz="1800" dirty="0"/>
              <a:t> </a:t>
            </a:r>
            <a:r>
              <a:rPr lang="en-US" sz="1800" dirty="0" err="1"/>
              <a:t>tượng</a:t>
            </a:r>
            <a:r>
              <a:rPr lang="en-US" sz="1800" dirty="0"/>
              <a:t>. </a:t>
            </a:r>
            <a:r>
              <a:rPr lang="en-US" sz="1800" dirty="0" err="1"/>
              <a:t>Bởi</a:t>
            </a:r>
            <a:r>
              <a:rPr lang="en-US" sz="1800" dirty="0"/>
              <a:t> </a:t>
            </a:r>
            <a:r>
              <a:rPr lang="en-US" sz="1800" dirty="0" err="1"/>
              <a:t>vì</a:t>
            </a:r>
            <a:r>
              <a:rPr lang="en-US" sz="1800" dirty="0"/>
              <a:t> </a:t>
            </a:r>
            <a:r>
              <a:rPr lang="en-US" sz="1800" dirty="0" err="1"/>
              <a:t>từ</a:t>
            </a:r>
            <a:r>
              <a:rPr lang="en-US" sz="1800" dirty="0"/>
              <a:t> </a:t>
            </a:r>
            <a:r>
              <a:rPr lang="en-US" sz="1800" dirty="0" err="1"/>
              <a:t>khóa</a:t>
            </a:r>
            <a:r>
              <a:rPr lang="en-US" sz="1800" dirty="0"/>
              <a:t> static, </a:t>
            </a:r>
            <a:r>
              <a:rPr lang="en-US" sz="1800" dirty="0" err="1"/>
              <a:t>phương</a:t>
            </a:r>
            <a:r>
              <a:rPr lang="en-US" sz="1800" dirty="0"/>
              <a:t> </a:t>
            </a:r>
            <a:r>
              <a:rPr lang="en-US" sz="1800" dirty="0" err="1"/>
              <a:t>thức</a:t>
            </a:r>
            <a:r>
              <a:rPr lang="en-US" sz="1800" dirty="0"/>
              <a:t> </a:t>
            </a:r>
            <a:r>
              <a:rPr lang="en-US" sz="1800" dirty="0" err="1"/>
              <a:t>chính</a:t>
            </a:r>
            <a:r>
              <a:rPr lang="en-US" sz="1800" dirty="0"/>
              <a:t> </a:t>
            </a:r>
            <a:r>
              <a:rPr lang="en-US" sz="1800" dirty="0" err="1"/>
              <a:t>không</a:t>
            </a:r>
            <a:r>
              <a:rPr lang="en-US" sz="1800" dirty="0"/>
              <a:t> </a:t>
            </a:r>
            <a:r>
              <a:rPr lang="en-US" sz="1800" dirty="0" err="1"/>
              <a:t>được</a:t>
            </a:r>
            <a:r>
              <a:rPr lang="en-US" sz="1800" dirty="0"/>
              <a:t> </a:t>
            </a:r>
            <a:r>
              <a:rPr lang="en-US" sz="1800" dirty="0" err="1"/>
              <a:t>liên</a:t>
            </a:r>
            <a:r>
              <a:rPr lang="en-US" sz="1800" dirty="0"/>
              <a:t> </a:t>
            </a:r>
            <a:r>
              <a:rPr lang="en-US" sz="1800" dirty="0" err="1"/>
              <a:t>kết</a:t>
            </a:r>
            <a:r>
              <a:rPr lang="en-US" sz="1800" dirty="0"/>
              <a:t> </a:t>
            </a:r>
            <a:r>
              <a:rPr lang="en-US" sz="1800" dirty="0" err="1"/>
              <a:t>với</a:t>
            </a:r>
            <a:r>
              <a:rPr lang="en-US" sz="1800" dirty="0"/>
              <a:t> </a:t>
            </a:r>
            <a:r>
              <a:rPr lang="en-US" sz="1800" dirty="0" err="1"/>
              <a:t>một</a:t>
            </a:r>
            <a:r>
              <a:rPr lang="en-US" sz="1800" dirty="0"/>
              <a:t> </a:t>
            </a:r>
            <a:r>
              <a:rPr lang="en-US" sz="1800" dirty="0" err="1"/>
              <a:t>đối</a:t>
            </a:r>
            <a:r>
              <a:rPr lang="en-US" sz="1800" dirty="0"/>
              <a:t> </a:t>
            </a:r>
            <a:r>
              <a:rPr lang="en-US" sz="1800" dirty="0" err="1"/>
              <a:t>tượng</a:t>
            </a:r>
            <a:r>
              <a:rPr lang="en-US" sz="1800" dirty="0"/>
              <a:t> </a:t>
            </a:r>
            <a:r>
              <a:rPr lang="en-US" sz="1800" dirty="0" err="1"/>
              <a:t>của</a:t>
            </a:r>
            <a:r>
              <a:rPr lang="en-US" sz="1800" dirty="0"/>
              <a:t> </a:t>
            </a:r>
            <a:r>
              <a:rPr lang="en-US" sz="1800" dirty="0" err="1"/>
              <a:t>một</a:t>
            </a:r>
            <a:r>
              <a:rPr lang="en-US" sz="1800" dirty="0"/>
              <a:t> </a:t>
            </a:r>
            <a:r>
              <a:rPr lang="en-US" sz="1800" dirty="0" err="1"/>
              <a:t>kiểu</a:t>
            </a:r>
            <a:r>
              <a:rPr lang="en-US" sz="1800" dirty="0"/>
              <a:t> </a:t>
            </a:r>
            <a:r>
              <a:rPr lang="en-US" sz="1800" dirty="0" err="1"/>
              <a:t>lớp</a:t>
            </a:r>
            <a:r>
              <a:rPr lang="en-US" sz="1800" dirty="0"/>
              <a:t>, </a:t>
            </a:r>
            <a:r>
              <a:rPr lang="en-US" sz="1800" dirty="0" err="1"/>
              <a:t>mà</a:t>
            </a:r>
            <a:r>
              <a:rPr lang="en-US" sz="1800" dirty="0"/>
              <a:t> </a:t>
            </a:r>
            <a:r>
              <a:rPr lang="en-US" sz="1800" dirty="0" err="1"/>
              <a:t>liên</a:t>
            </a:r>
            <a:r>
              <a:rPr lang="en-US" sz="1800" dirty="0"/>
              <a:t> </a:t>
            </a:r>
            <a:r>
              <a:rPr lang="en-US" sz="1800" dirty="0" err="1"/>
              <a:t>kết</a:t>
            </a:r>
            <a:r>
              <a:rPr lang="en-US" sz="1800" dirty="0"/>
              <a:t> </a:t>
            </a:r>
            <a:r>
              <a:rPr lang="en-US" sz="1800" dirty="0" err="1"/>
              <a:t>trực</a:t>
            </a:r>
            <a:r>
              <a:rPr lang="en-US" sz="1800" dirty="0"/>
              <a:t> </a:t>
            </a:r>
            <a:r>
              <a:rPr lang="en-US" sz="1800" dirty="0" err="1"/>
              <a:t>tiếp</a:t>
            </a:r>
            <a:r>
              <a:rPr lang="en-US" sz="1800" dirty="0"/>
              <a:t> </a:t>
            </a:r>
            <a:r>
              <a:rPr lang="en-US" sz="1800" dirty="0" err="1"/>
              <a:t>với</a:t>
            </a:r>
            <a:r>
              <a:rPr lang="en-US" sz="1800" dirty="0"/>
              <a:t> </a:t>
            </a:r>
            <a:r>
              <a:rPr lang="en-US" sz="1800" dirty="0" err="1"/>
              <a:t>chính</a:t>
            </a:r>
            <a:r>
              <a:rPr lang="en-US" sz="1800" dirty="0"/>
              <a:t> </a:t>
            </a:r>
            <a:r>
              <a:rPr lang="en-US" sz="1800" dirty="0" err="1"/>
              <a:t>lớp</a:t>
            </a:r>
            <a:r>
              <a:rPr lang="en-US" sz="1800" dirty="0"/>
              <a:t> </a:t>
            </a:r>
            <a:r>
              <a:rPr lang="en-US" sz="1800" dirty="0" err="1"/>
              <a:t>đó</a:t>
            </a:r>
            <a:r>
              <a:rPr lang="en-US" sz="1800" dirty="0"/>
              <a:t>.</a:t>
            </a:r>
            <a:endParaRPr dirty="0"/>
          </a:p>
          <a:p>
            <a:pPr marL="685800" lvl="1" indent="-228600" algn="just" rtl="0">
              <a:lnSpc>
                <a:spcPct val="150000"/>
              </a:lnSpc>
              <a:spcBef>
                <a:spcPts val="500"/>
              </a:spcBef>
              <a:spcAft>
                <a:spcPts val="0"/>
              </a:spcAft>
              <a:buClr>
                <a:schemeClr val="dk1"/>
              </a:buClr>
              <a:buSzPts val="1800"/>
              <a:buChar char="•"/>
            </a:pPr>
            <a:r>
              <a:rPr lang="en-US" sz="1800" b="1" dirty="0"/>
              <a:t>void</a:t>
            </a:r>
            <a:r>
              <a:rPr lang="en-US" sz="1800" dirty="0"/>
              <a:t>: </a:t>
            </a:r>
            <a:r>
              <a:rPr lang="en-US" sz="1800" dirty="0" err="1"/>
              <a:t>Từ</a:t>
            </a:r>
            <a:r>
              <a:rPr lang="en-US" sz="1800" dirty="0"/>
              <a:t> </a:t>
            </a:r>
            <a:r>
              <a:rPr lang="en-US" sz="1800" dirty="0" err="1"/>
              <a:t>khóa</a:t>
            </a:r>
            <a:r>
              <a:rPr lang="en-US" sz="1800" dirty="0"/>
              <a:t> </a:t>
            </a:r>
            <a:r>
              <a:rPr lang="en-US" sz="1800" dirty="0" err="1"/>
              <a:t>này</a:t>
            </a:r>
            <a:r>
              <a:rPr lang="en-US" sz="1800" dirty="0"/>
              <a:t> </a:t>
            </a:r>
            <a:r>
              <a:rPr lang="en-US" sz="1800" dirty="0" err="1"/>
              <a:t>được</a:t>
            </a:r>
            <a:r>
              <a:rPr lang="en-US" sz="1800" dirty="0"/>
              <a:t> </a:t>
            </a:r>
            <a:r>
              <a:rPr lang="en-US" sz="1800" dirty="0" err="1"/>
              <a:t>sử</a:t>
            </a:r>
            <a:r>
              <a:rPr lang="en-US" sz="1800" dirty="0"/>
              <a:t> </a:t>
            </a:r>
            <a:r>
              <a:rPr lang="en-US" sz="1800" dirty="0" err="1"/>
              <a:t>dụng</a:t>
            </a:r>
            <a:r>
              <a:rPr lang="en-US" sz="1800" dirty="0"/>
              <a:t> </a:t>
            </a:r>
            <a:r>
              <a:rPr lang="en-US" sz="1800" dirty="0" err="1"/>
              <a:t>ở</a:t>
            </a:r>
            <a:r>
              <a:rPr lang="en-US" sz="1800" dirty="0"/>
              <a:t> </a:t>
            </a:r>
            <a:r>
              <a:rPr lang="en-US" sz="1800" dirty="0" err="1"/>
              <a:t>đây</a:t>
            </a:r>
            <a:r>
              <a:rPr lang="en-US" sz="1800" dirty="0"/>
              <a:t> </a:t>
            </a:r>
            <a:r>
              <a:rPr lang="en-US" sz="1800" dirty="0" err="1"/>
              <a:t>để</a:t>
            </a:r>
            <a:r>
              <a:rPr lang="en-US" sz="1800" dirty="0"/>
              <a:t> </a:t>
            </a:r>
            <a:r>
              <a:rPr lang="en-US" sz="1800" dirty="0" err="1"/>
              <a:t>cho</a:t>
            </a:r>
            <a:r>
              <a:rPr lang="en-US" sz="1800" dirty="0"/>
              <a:t> </a:t>
            </a:r>
            <a:r>
              <a:rPr lang="en-US" sz="1800" dirty="0" err="1"/>
              <a:t>chúng</a:t>
            </a:r>
            <a:r>
              <a:rPr lang="en-US" sz="1800" dirty="0"/>
              <a:t> ta </a:t>
            </a:r>
            <a:r>
              <a:rPr lang="en-US" sz="1800" dirty="0" err="1"/>
              <a:t>biết</a:t>
            </a:r>
            <a:r>
              <a:rPr lang="en-US" sz="1800" dirty="0"/>
              <a:t> </a:t>
            </a:r>
            <a:r>
              <a:rPr lang="en-US" sz="1800" dirty="0" err="1"/>
              <a:t>rằng</a:t>
            </a:r>
            <a:r>
              <a:rPr lang="en-US" sz="1800" dirty="0"/>
              <a:t> </a:t>
            </a:r>
            <a:r>
              <a:rPr lang="en-US" sz="1800" dirty="0" err="1"/>
              <a:t>phương</a:t>
            </a:r>
            <a:r>
              <a:rPr lang="en-US" sz="1800" dirty="0"/>
              <a:t> </a:t>
            </a:r>
            <a:r>
              <a:rPr lang="en-US" sz="1800" dirty="0" err="1"/>
              <a:t>thức</a:t>
            </a:r>
            <a:r>
              <a:rPr lang="en-US" sz="1800" dirty="0"/>
              <a:t> main </a:t>
            </a:r>
            <a:r>
              <a:rPr lang="en-US" sz="1800" dirty="0" err="1"/>
              <a:t>không</a:t>
            </a:r>
            <a:r>
              <a:rPr lang="en-US" sz="1800" dirty="0"/>
              <a:t> </a:t>
            </a:r>
            <a:r>
              <a:rPr lang="en-US" sz="1800" dirty="0" err="1"/>
              <a:t>trả</a:t>
            </a:r>
            <a:r>
              <a:rPr lang="en-US" sz="1800" dirty="0"/>
              <a:t> </a:t>
            </a:r>
            <a:r>
              <a:rPr lang="en-US" sz="1800" dirty="0" err="1"/>
              <a:t>về</a:t>
            </a:r>
            <a:r>
              <a:rPr lang="en-US" sz="1800" dirty="0"/>
              <a:t> </a:t>
            </a:r>
            <a:r>
              <a:rPr lang="en-US" sz="1800" dirty="0" err="1"/>
              <a:t>bất</a:t>
            </a:r>
            <a:r>
              <a:rPr lang="en-US" sz="1800" dirty="0"/>
              <a:t> </a:t>
            </a:r>
            <a:r>
              <a:rPr lang="en-US" sz="1800" dirty="0" err="1"/>
              <a:t>cứ</a:t>
            </a:r>
            <a:r>
              <a:rPr lang="en-US" sz="1800" dirty="0"/>
              <a:t> </a:t>
            </a:r>
            <a:r>
              <a:rPr lang="en-US" sz="1800" dirty="0" err="1"/>
              <a:t>thứ</a:t>
            </a:r>
            <a:r>
              <a:rPr lang="en-US" sz="1800" dirty="0"/>
              <a:t> </a:t>
            </a:r>
            <a:r>
              <a:rPr lang="en-US" sz="1800" dirty="0" err="1"/>
              <a:t>gì</a:t>
            </a:r>
            <a:r>
              <a:rPr lang="en-US" sz="1800" dirty="0"/>
              <a:t>, </a:t>
            </a:r>
            <a:r>
              <a:rPr lang="en-US" sz="1800" dirty="0" err="1"/>
              <a:t>vì</a:t>
            </a:r>
            <a:r>
              <a:rPr lang="en-US" sz="1800" dirty="0"/>
              <a:t> </a:t>
            </a:r>
            <a:r>
              <a:rPr lang="en-US" sz="1800" dirty="0" err="1"/>
              <a:t>vậy</a:t>
            </a:r>
            <a:r>
              <a:rPr lang="en-US" sz="1800" dirty="0"/>
              <a:t> </a:t>
            </a:r>
            <a:r>
              <a:rPr lang="en-US" sz="1800" dirty="0" err="1"/>
              <a:t>nó</a:t>
            </a:r>
            <a:r>
              <a:rPr lang="en-US" sz="1800" dirty="0"/>
              <a:t> </a:t>
            </a:r>
            <a:r>
              <a:rPr lang="en-US" sz="1800" dirty="0" err="1"/>
              <a:t>giống</a:t>
            </a:r>
            <a:r>
              <a:rPr lang="en-US" sz="1800" dirty="0"/>
              <a:t> </a:t>
            </a:r>
            <a:r>
              <a:rPr lang="en-US" sz="1800" dirty="0" err="1"/>
              <a:t>như</a:t>
            </a:r>
            <a:r>
              <a:rPr lang="en-US" sz="1800" dirty="0"/>
              <a:t> </a:t>
            </a:r>
            <a:r>
              <a:rPr lang="en-US" sz="1800" dirty="0" err="1"/>
              <a:t>một</a:t>
            </a:r>
            <a:r>
              <a:rPr lang="en-US" sz="1800" dirty="0"/>
              <a:t> </a:t>
            </a:r>
            <a:r>
              <a:rPr lang="en-US" sz="1800" dirty="0" err="1"/>
              <a:t>sự</a:t>
            </a:r>
            <a:r>
              <a:rPr lang="en-US" sz="1800" dirty="0"/>
              <a:t> </a:t>
            </a:r>
            <a:r>
              <a:rPr lang="en-US" sz="1800" dirty="0" err="1"/>
              <a:t>thay</a:t>
            </a:r>
            <a:r>
              <a:rPr lang="en-US" sz="1800" dirty="0"/>
              <a:t> </a:t>
            </a:r>
            <a:r>
              <a:rPr lang="en-US" sz="1800" dirty="0" err="1"/>
              <a:t>thế</a:t>
            </a:r>
            <a:r>
              <a:rPr lang="en-US" sz="1800" dirty="0"/>
              <a:t> </a:t>
            </a:r>
            <a:r>
              <a:rPr lang="en-US" sz="1800" dirty="0" err="1"/>
              <a:t>cho</a:t>
            </a:r>
            <a:r>
              <a:rPr lang="en-US" sz="1800" dirty="0"/>
              <a:t> “</a:t>
            </a:r>
            <a:r>
              <a:rPr lang="en-US" sz="1800" dirty="0" err="1"/>
              <a:t>không</a:t>
            </a:r>
            <a:r>
              <a:rPr lang="en-US" sz="1800" dirty="0"/>
              <a:t> </a:t>
            </a:r>
            <a:r>
              <a:rPr lang="en-US" sz="1800" dirty="0" err="1"/>
              <a:t>có</a:t>
            </a:r>
            <a:r>
              <a:rPr lang="en-US" sz="1800" dirty="0"/>
              <a:t> </a:t>
            </a:r>
            <a:r>
              <a:rPr lang="en-US" sz="1800" dirty="0" err="1"/>
              <a:t>kiểu</a:t>
            </a:r>
            <a:r>
              <a:rPr lang="en-US" sz="1800" dirty="0"/>
              <a:t> </a:t>
            </a:r>
            <a:r>
              <a:rPr lang="en-US" sz="1800" dirty="0" err="1"/>
              <a:t>nào</a:t>
            </a:r>
            <a:r>
              <a:rPr lang="en-US" sz="1800" dirty="0"/>
              <a:t>”</a:t>
            </a:r>
            <a:endParaRPr dirty="0"/>
          </a:p>
          <a:p>
            <a:pPr marL="685800" lvl="1" indent="-228600" algn="just" rtl="0">
              <a:lnSpc>
                <a:spcPct val="150000"/>
              </a:lnSpc>
              <a:spcBef>
                <a:spcPts val="500"/>
              </a:spcBef>
              <a:spcAft>
                <a:spcPts val="0"/>
              </a:spcAft>
              <a:buClr>
                <a:schemeClr val="dk1"/>
              </a:buClr>
              <a:buSzPts val="1800"/>
              <a:buChar char="•"/>
            </a:pPr>
            <a:r>
              <a:rPr lang="en-US" sz="1800" b="1" dirty="0"/>
              <a:t>String[] </a:t>
            </a:r>
            <a:r>
              <a:rPr lang="en-US" sz="1800" b="1" dirty="0" err="1"/>
              <a:t>args</a:t>
            </a:r>
            <a:r>
              <a:rPr lang="en-US" sz="1800" dirty="0"/>
              <a:t>: </a:t>
            </a:r>
            <a:r>
              <a:rPr lang="en-US" sz="1800" dirty="0" err="1"/>
              <a:t>đây</a:t>
            </a:r>
            <a:r>
              <a:rPr lang="en-US" sz="1800" dirty="0"/>
              <a:t> </a:t>
            </a:r>
            <a:r>
              <a:rPr lang="en-US" sz="1800" dirty="0" err="1"/>
              <a:t>là</a:t>
            </a:r>
            <a:r>
              <a:rPr lang="en-US" sz="1800" dirty="0"/>
              <a:t> </a:t>
            </a:r>
            <a:r>
              <a:rPr lang="en-US" sz="1800" dirty="0" err="1"/>
              <a:t>dữ</a:t>
            </a:r>
            <a:r>
              <a:rPr lang="en-US" sz="1800" dirty="0"/>
              <a:t> </a:t>
            </a:r>
            <a:r>
              <a:rPr lang="en-US" sz="1800" dirty="0" err="1"/>
              <a:t>liệu</a:t>
            </a:r>
            <a:r>
              <a:rPr lang="en-US" sz="1800" dirty="0"/>
              <a:t> </a:t>
            </a:r>
            <a:r>
              <a:rPr lang="en-US" sz="1800" dirty="0" err="1"/>
              <a:t>đầu</a:t>
            </a:r>
            <a:r>
              <a:rPr lang="en-US" sz="1800" dirty="0"/>
              <a:t> </a:t>
            </a:r>
            <a:r>
              <a:rPr lang="en-US" sz="1800" dirty="0" err="1"/>
              <a:t>vào</a:t>
            </a:r>
            <a:r>
              <a:rPr lang="en-US" sz="1800" dirty="0"/>
              <a:t>, String[] </a:t>
            </a:r>
            <a:r>
              <a:rPr lang="en-US" sz="1800" dirty="0" err="1"/>
              <a:t>args</a:t>
            </a:r>
            <a:r>
              <a:rPr lang="en-US" sz="1800" dirty="0"/>
              <a:t> </a:t>
            </a:r>
            <a:r>
              <a:rPr lang="en-US" sz="1800" dirty="0" err="1"/>
              <a:t>đại</a:t>
            </a:r>
            <a:r>
              <a:rPr lang="en-US" sz="1800" dirty="0"/>
              <a:t> </a:t>
            </a:r>
            <a:r>
              <a:rPr lang="en-US" sz="1800" dirty="0" err="1"/>
              <a:t>diện</a:t>
            </a:r>
            <a:r>
              <a:rPr lang="en-US" sz="1800" dirty="0"/>
              <a:t> </a:t>
            </a:r>
            <a:r>
              <a:rPr lang="en-US" sz="1800" dirty="0" err="1"/>
              <a:t>cho</a:t>
            </a:r>
            <a:r>
              <a:rPr lang="en-US" sz="1800" dirty="0"/>
              <a:t> </a:t>
            </a:r>
            <a:r>
              <a:rPr lang="en-US" sz="1800" dirty="0" err="1"/>
              <a:t>một</a:t>
            </a:r>
            <a:r>
              <a:rPr lang="en-US" sz="1800" dirty="0"/>
              <a:t> </a:t>
            </a:r>
            <a:r>
              <a:rPr lang="en-US" sz="1800" dirty="0" err="1"/>
              <a:t>mảng</a:t>
            </a:r>
            <a:r>
              <a:rPr lang="en-US" sz="1800" dirty="0"/>
              <a:t> </a:t>
            </a:r>
            <a:r>
              <a:rPr lang="en-US" sz="1800" dirty="0" err="1"/>
              <a:t>giá</a:t>
            </a:r>
            <a:r>
              <a:rPr lang="en-US" sz="1800" dirty="0"/>
              <a:t> </a:t>
            </a:r>
            <a:r>
              <a:rPr lang="en-US" sz="1800" dirty="0" err="1"/>
              <a:t>trị</a:t>
            </a:r>
            <a:r>
              <a:rPr lang="en-US" sz="1800" dirty="0"/>
              <a:t> </a:t>
            </a:r>
            <a:r>
              <a:rPr lang="en-US" sz="1800" dirty="0" err="1"/>
              <a:t>văn</a:t>
            </a:r>
            <a:r>
              <a:rPr lang="en-US" sz="1800" dirty="0"/>
              <a:t> </a:t>
            </a:r>
            <a:r>
              <a:rPr lang="en-US" sz="1800" dirty="0" err="1"/>
              <a:t>bản</a:t>
            </a:r>
            <a:r>
              <a:rPr lang="en-US" sz="1800" dirty="0"/>
              <a:t>. String </a:t>
            </a:r>
            <a:r>
              <a:rPr lang="en-US" sz="1800" dirty="0" err="1"/>
              <a:t>là</a:t>
            </a:r>
            <a:r>
              <a:rPr lang="en-US" sz="1800" dirty="0"/>
              <a:t> </a:t>
            </a:r>
            <a:r>
              <a:rPr lang="en-US" sz="1800" dirty="0" err="1"/>
              <a:t>lớp</a:t>
            </a:r>
            <a:r>
              <a:rPr lang="en-US" sz="1800" dirty="0"/>
              <a:t> </a:t>
            </a:r>
            <a:r>
              <a:rPr lang="en-US" sz="1800" dirty="0" err="1"/>
              <a:t>đại</a:t>
            </a:r>
            <a:r>
              <a:rPr lang="en-US" sz="1800" dirty="0"/>
              <a:t> </a:t>
            </a:r>
            <a:r>
              <a:rPr lang="en-US" sz="1800" dirty="0" err="1"/>
              <a:t>diện</a:t>
            </a:r>
            <a:r>
              <a:rPr lang="en-US" sz="1800" dirty="0"/>
              <a:t> </a:t>
            </a:r>
            <a:r>
              <a:rPr lang="en-US" sz="1800" dirty="0" err="1"/>
              <a:t>cho</a:t>
            </a:r>
            <a:r>
              <a:rPr lang="en-US" sz="1800" dirty="0"/>
              <a:t> </a:t>
            </a:r>
            <a:r>
              <a:rPr lang="en-US" sz="1800" dirty="0" err="1"/>
              <a:t>các</a:t>
            </a:r>
            <a:r>
              <a:rPr lang="en-US" sz="1800" dirty="0"/>
              <a:t> </a:t>
            </a:r>
            <a:r>
              <a:rPr lang="en-US" sz="1800" dirty="0" err="1"/>
              <a:t>đối</a:t>
            </a:r>
            <a:r>
              <a:rPr lang="en-US" sz="1800" dirty="0"/>
              <a:t> </a:t>
            </a:r>
            <a:r>
              <a:rPr lang="en-US" sz="1800" dirty="0" err="1"/>
              <a:t>tượng</a:t>
            </a:r>
            <a:r>
              <a:rPr lang="en-US" sz="1800" dirty="0"/>
              <a:t> </a:t>
            </a:r>
            <a:r>
              <a:rPr lang="en-US" sz="1800" dirty="0" err="1"/>
              <a:t>văn</a:t>
            </a:r>
            <a:r>
              <a:rPr lang="en-US" sz="1800" dirty="0"/>
              <a:t> </a:t>
            </a:r>
            <a:r>
              <a:rPr lang="en-US" sz="1800" dirty="0" err="1"/>
              <a:t>bản</a:t>
            </a:r>
            <a:r>
              <a:rPr lang="en-US" sz="1800" dirty="0"/>
              <a:t> </a:t>
            </a:r>
            <a:r>
              <a:rPr lang="en-US" sz="1800" dirty="0" err="1"/>
              <a:t>trong</a:t>
            </a:r>
            <a:r>
              <a:rPr lang="en-US" sz="1800" dirty="0"/>
              <a:t> Java, [] </a:t>
            </a:r>
            <a:r>
              <a:rPr lang="en-US" sz="1800" dirty="0" err="1"/>
              <a:t>có</a:t>
            </a:r>
            <a:r>
              <a:rPr lang="en-US" sz="1800" dirty="0"/>
              <a:t> </a:t>
            </a:r>
            <a:r>
              <a:rPr lang="en-US" sz="1800" dirty="0" err="1"/>
              <a:t>nghĩa</a:t>
            </a:r>
            <a:r>
              <a:rPr lang="en-US" sz="1800" dirty="0"/>
              <a:t> </a:t>
            </a:r>
            <a:r>
              <a:rPr lang="en-US" sz="1800" dirty="0" err="1"/>
              <a:t>là</a:t>
            </a:r>
            <a:r>
              <a:rPr lang="en-US" sz="1800" dirty="0"/>
              <a:t> </a:t>
            </a:r>
            <a:r>
              <a:rPr lang="en-US" sz="1800" dirty="0" err="1"/>
              <a:t>mảng</a:t>
            </a:r>
            <a:r>
              <a:rPr lang="en-US" sz="1800" dirty="0"/>
              <a:t> </a:t>
            </a:r>
            <a:r>
              <a:rPr lang="en-US" sz="1800" dirty="0" err="1"/>
              <a:t>và</a:t>
            </a:r>
            <a:r>
              <a:rPr lang="en-US" sz="1800" dirty="0"/>
              <a:t> </a:t>
            </a:r>
            <a:r>
              <a:rPr lang="en-US" sz="1800" dirty="0" err="1"/>
              <a:t>agrs</a:t>
            </a:r>
            <a:r>
              <a:rPr lang="en-US" sz="1800" dirty="0"/>
              <a:t> </a:t>
            </a:r>
            <a:r>
              <a:rPr lang="en-US" sz="1800" dirty="0" err="1"/>
              <a:t>là</a:t>
            </a:r>
            <a:r>
              <a:rPr lang="en-US" sz="1800" dirty="0"/>
              <a:t> </a:t>
            </a:r>
            <a:r>
              <a:rPr lang="en-US" sz="1800" dirty="0" err="1"/>
              <a:t>tên</a:t>
            </a:r>
            <a:r>
              <a:rPr lang="en-US" sz="1800" dirty="0"/>
              <a:t> </a:t>
            </a:r>
            <a:r>
              <a:rPr lang="en-US" sz="1800" dirty="0" err="1"/>
              <a:t>của</a:t>
            </a:r>
            <a:r>
              <a:rPr lang="en-US" sz="1800" dirty="0"/>
              <a:t> </a:t>
            </a:r>
            <a:r>
              <a:rPr lang="en-US" sz="1800" dirty="0" err="1"/>
              <a:t>mảng</a:t>
            </a:r>
            <a:endParaRPr sz="1800" dirty="0"/>
          </a:p>
        </p:txBody>
      </p:sp>
      <p:sp>
        <p:nvSpPr>
          <p:cNvPr id="152" name="Google Shape;15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14</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5"/>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Giải thích code</a:t>
            </a:r>
            <a:endParaRPr/>
          </a:p>
        </p:txBody>
      </p:sp>
      <p:sp>
        <p:nvSpPr>
          <p:cNvPr id="159" name="Google Shape;159;p15"/>
          <p:cNvSpPr txBox="1">
            <a:spLocks noGrp="1"/>
          </p:cNvSpPr>
          <p:nvPr>
            <p:ph type="body" idx="1"/>
          </p:nvPr>
        </p:nvSpPr>
        <p:spPr>
          <a:xfrm>
            <a:off x="228600" y="1066800"/>
            <a:ext cx="106680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50000"/>
              </a:lnSpc>
              <a:spcBef>
                <a:spcPts val="0"/>
              </a:spcBef>
              <a:spcAft>
                <a:spcPts val="0"/>
              </a:spcAft>
              <a:buClr>
                <a:schemeClr val="dk1"/>
              </a:buClr>
              <a:buSzPts val="2800"/>
              <a:buChar char="•"/>
            </a:pPr>
            <a:r>
              <a:rPr lang="en-US" b="1"/>
              <a:t>System.out.println(“Hello World!”); </a:t>
            </a:r>
            <a:r>
              <a:rPr lang="en-US"/>
              <a:t>: một câu lệnh được sử dung để viết </a:t>
            </a:r>
            <a:r>
              <a:rPr lang="en-US" i="1"/>
              <a:t>Hello World!</a:t>
            </a:r>
            <a:r>
              <a:rPr lang="en-US"/>
              <a:t> trong console</a:t>
            </a:r>
            <a:endParaRPr/>
          </a:p>
        </p:txBody>
      </p:sp>
      <p:sp>
        <p:nvSpPr>
          <p:cNvPr id="160" name="Google Shape;160;p15"/>
          <p:cNvSpPr txBox="1">
            <a:spLocks noGrp="1"/>
          </p:cNvSpPr>
          <p:nvPr>
            <p:ph type="ftr" idx="11"/>
          </p:nvPr>
        </p:nvSpPr>
        <p:spPr>
          <a:xfrm>
            <a:off x="4876800" y="6324600"/>
            <a:ext cx="2895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ahoma"/>
              <a:ea typeface="Tahoma"/>
              <a:cs typeface="Tahoma"/>
              <a:sym typeface="Tahoma"/>
            </a:endParaRPr>
          </a:p>
        </p:txBody>
      </p:sp>
      <p:sp>
        <p:nvSpPr>
          <p:cNvPr id="161" name="Google Shape;16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15</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6"/>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Variable - Biến</a:t>
            </a:r>
            <a:endParaRPr/>
          </a:p>
        </p:txBody>
      </p:sp>
      <p:sp>
        <p:nvSpPr>
          <p:cNvPr id="167" name="Google Shape;167;p16"/>
          <p:cNvSpPr txBox="1">
            <a:spLocks noGrp="1"/>
          </p:cNvSpPr>
          <p:nvPr>
            <p:ph type="body" idx="1"/>
          </p:nvPr>
        </p:nvSpPr>
        <p:spPr>
          <a:xfrm>
            <a:off x="381000" y="1066800"/>
            <a:ext cx="10515600" cy="435133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dirty="0" err="1"/>
              <a:t>Biến</a:t>
            </a:r>
            <a:r>
              <a:rPr lang="en-US" dirty="0"/>
              <a:t> </a:t>
            </a:r>
            <a:r>
              <a:rPr lang="en-US" dirty="0" err="1"/>
              <a:t>là</a:t>
            </a:r>
            <a:r>
              <a:rPr lang="en-US" dirty="0"/>
              <a:t> </a:t>
            </a:r>
            <a:r>
              <a:rPr lang="en-US" dirty="0" err="1"/>
              <a:t>một</a:t>
            </a:r>
            <a:r>
              <a:rPr lang="en-US" dirty="0"/>
              <a:t> </a:t>
            </a:r>
            <a:r>
              <a:rPr lang="en-US" dirty="0" err="1"/>
              <a:t>vị</a:t>
            </a:r>
            <a:r>
              <a:rPr lang="en-US" dirty="0"/>
              <a:t> </a:t>
            </a:r>
            <a:r>
              <a:rPr lang="en-US" dirty="0" err="1"/>
              <a:t>trí</a:t>
            </a:r>
            <a:r>
              <a:rPr lang="en-US" dirty="0"/>
              <a:t> </a:t>
            </a:r>
            <a:r>
              <a:rPr lang="en-US" dirty="0" err="1"/>
              <a:t>bộ</a:t>
            </a:r>
            <a:r>
              <a:rPr lang="en-US" dirty="0"/>
              <a:t> </a:t>
            </a:r>
            <a:r>
              <a:rPr lang="en-US" dirty="0" err="1"/>
              <a:t>nhớ</a:t>
            </a:r>
            <a:r>
              <a:rPr lang="en-US" dirty="0"/>
              <a:t> </a:t>
            </a:r>
            <a:r>
              <a:rPr lang="en-US" dirty="0" err="1"/>
              <a:t>được</a:t>
            </a:r>
            <a:r>
              <a:rPr lang="en-US" dirty="0"/>
              <a:t> </a:t>
            </a:r>
            <a:r>
              <a:rPr lang="en-US" dirty="0" err="1"/>
              <a:t>đặt</a:t>
            </a:r>
            <a:r>
              <a:rPr lang="en-US" dirty="0"/>
              <a:t> </a:t>
            </a:r>
            <a:r>
              <a:rPr lang="en-US" dirty="0" err="1"/>
              <a:t>tên</a:t>
            </a:r>
            <a:r>
              <a:rPr lang="en-US" dirty="0"/>
              <a:t> </a:t>
            </a:r>
            <a:r>
              <a:rPr lang="en-US" dirty="0" err="1"/>
              <a:t>và</a:t>
            </a:r>
            <a:r>
              <a:rPr lang="en-US" dirty="0"/>
              <a:t> </a:t>
            </a:r>
            <a:r>
              <a:rPr lang="en-US" dirty="0" err="1"/>
              <a:t>có</a:t>
            </a:r>
            <a:r>
              <a:rPr lang="en-US" dirty="0"/>
              <a:t> </a:t>
            </a:r>
            <a:r>
              <a:rPr lang="en-US" dirty="0" err="1"/>
              <a:t>thể</a:t>
            </a:r>
            <a:r>
              <a:rPr lang="en-US" dirty="0"/>
              <a:t> </a:t>
            </a:r>
            <a:r>
              <a:rPr lang="en-US" dirty="0" err="1"/>
              <a:t>được</a:t>
            </a:r>
            <a:r>
              <a:rPr lang="en-US" dirty="0"/>
              <a:t> </a:t>
            </a:r>
            <a:r>
              <a:rPr lang="en-US" dirty="0" err="1"/>
              <a:t>gán</a:t>
            </a:r>
            <a:r>
              <a:rPr lang="en-US" dirty="0"/>
              <a:t> </a:t>
            </a:r>
            <a:r>
              <a:rPr lang="en-US" dirty="0" err="1"/>
              <a:t>giá</a:t>
            </a:r>
            <a:r>
              <a:rPr lang="en-US" dirty="0"/>
              <a:t> </a:t>
            </a:r>
            <a:r>
              <a:rPr lang="en-US" dirty="0" err="1"/>
              <a:t>trị</a:t>
            </a:r>
            <a:r>
              <a:rPr lang="en-US" dirty="0"/>
              <a:t>. </a:t>
            </a:r>
            <a:r>
              <a:rPr lang="en-US" dirty="0" err="1"/>
              <a:t>Giá</a:t>
            </a:r>
            <a:r>
              <a:rPr lang="en-US" dirty="0"/>
              <a:t> </a:t>
            </a:r>
            <a:r>
              <a:rPr lang="en-US" dirty="0" err="1"/>
              <a:t>trị</a:t>
            </a:r>
            <a:r>
              <a:rPr lang="en-US" dirty="0"/>
              <a:t> </a:t>
            </a:r>
            <a:r>
              <a:rPr lang="en-US" dirty="0" err="1"/>
              <a:t>của</a:t>
            </a:r>
            <a:r>
              <a:rPr lang="en-US" dirty="0"/>
              <a:t> </a:t>
            </a:r>
            <a:r>
              <a:rPr lang="en-US" dirty="0" err="1"/>
              <a:t>biến</a:t>
            </a:r>
            <a:r>
              <a:rPr lang="en-US" dirty="0"/>
              <a:t> </a:t>
            </a:r>
            <a:r>
              <a:rPr lang="en-US" dirty="0" err="1"/>
              <a:t>có</a:t>
            </a:r>
            <a:r>
              <a:rPr lang="en-US" dirty="0"/>
              <a:t> </a:t>
            </a:r>
            <a:r>
              <a:rPr lang="en-US" dirty="0" err="1"/>
              <a:t>thể</a:t>
            </a:r>
            <a:r>
              <a:rPr lang="en-US" dirty="0"/>
              <a:t> </a:t>
            </a:r>
            <a:r>
              <a:rPr lang="en-US" dirty="0" err="1"/>
              <a:t>bị</a:t>
            </a:r>
            <a:r>
              <a:rPr lang="en-US" dirty="0"/>
              <a:t> </a:t>
            </a:r>
            <a:r>
              <a:rPr lang="en-US" dirty="0" err="1"/>
              <a:t>thay</a:t>
            </a:r>
            <a:r>
              <a:rPr lang="en-US" dirty="0"/>
              <a:t> </a:t>
            </a:r>
            <a:r>
              <a:rPr lang="en-US" dirty="0" err="1"/>
              <a:t>đổi</a:t>
            </a:r>
            <a:r>
              <a:rPr lang="en-US" dirty="0"/>
              <a:t> </a:t>
            </a:r>
            <a:r>
              <a:rPr lang="en-US" dirty="0" err="1"/>
              <a:t>trong</a:t>
            </a:r>
            <a:r>
              <a:rPr lang="en-US" dirty="0"/>
              <a:t> </a:t>
            </a:r>
            <a:r>
              <a:rPr lang="en-US" dirty="0" err="1"/>
              <a:t>suốt</a:t>
            </a:r>
            <a:r>
              <a:rPr lang="en-US" dirty="0"/>
              <a:t> </a:t>
            </a:r>
            <a:r>
              <a:rPr lang="en-US" dirty="0" err="1"/>
              <a:t>quá</a:t>
            </a:r>
            <a:r>
              <a:rPr lang="en-US" dirty="0"/>
              <a:t> </a:t>
            </a:r>
            <a:r>
              <a:rPr lang="en-US" dirty="0" err="1"/>
              <a:t>trình</a:t>
            </a:r>
            <a:r>
              <a:rPr lang="en-US" dirty="0"/>
              <a:t> </a:t>
            </a:r>
            <a:r>
              <a:rPr lang="en-US" dirty="0" err="1"/>
              <a:t>thực</a:t>
            </a:r>
            <a:r>
              <a:rPr lang="en-US" dirty="0"/>
              <a:t> </a:t>
            </a:r>
            <a:r>
              <a:rPr lang="en-US" dirty="0" err="1"/>
              <a:t>thi</a:t>
            </a:r>
            <a:r>
              <a:rPr lang="en-US" dirty="0"/>
              <a:t> </a:t>
            </a:r>
            <a:r>
              <a:rPr lang="en-US" dirty="0" err="1"/>
              <a:t>của</a:t>
            </a:r>
            <a:r>
              <a:rPr lang="en-US" dirty="0"/>
              <a:t> </a:t>
            </a:r>
            <a:r>
              <a:rPr lang="en-US" dirty="0" err="1"/>
              <a:t>chương</a:t>
            </a:r>
            <a:r>
              <a:rPr lang="en-US" dirty="0"/>
              <a:t> </a:t>
            </a:r>
            <a:r>
              <a:rPr lang="en-US" dirty="0" err="1"/>
              <a:t>trình</a:t>
            </a:r>
            <a:r>
              <a:rPr lang="en-US" dirty="0"/>
              <a:t> =&gt; </a:t>
            </a:r>
            <a:r>
              <a:rPr lang="en-US" dirty="0" err="1"/>
              <a:t>nội</a:t>
            </a:r>
            <a:r>
              <a:rPr lang="en-US" dirty="0"/>
              <a:t> dung </a:t>
            </a:r>
            <a:r>
              <a:rPr lang="en-US" dirty="0" err="1"/>
              <a:t>của</a:t>
            </a:r>
            <a:r>
              <a:rPr lang="en-US" dirty="0"/>
              <a:t> </a:t>
            </a:r>
            <a:r>
              <a:rPr lang="en-US" dirty="0" err="1"/>
              <a:t>một</a:t>
            </a:r>
            <a:r>
              <a:rPr lang="en-US" dirty="0"/>
              <a:t> </a:t>
            </a:r>
            <a:r>
              <a:rPr lang="en-US" dirty="0" err="1"/>
              <a:t>biến</a:t>
            </a:r>
            <a:r>
              <a:rPr lang="en-US" dirty="0"/>
              <a:t> </a:t>
            </a:r>
            <a:r>
              <a:rPr lang="en-US" dirty="0" err="1"/>
              <a:t>là</a:t>
            </a:r>
            <a:r>
              <a:rPr lang="en-US" dirty="0"/>
              <a:t> </a:t>
            </a:r>
            <a:r>
              <a:rPr lang="en-US" dirty="0" err="1"/>
              <a:t>thay</a:t>
            </a:r>
            <a:r>
              <a:rPr lang="en-US" dirty="0"/>
              <a:t> </a:t>
            </a:r>
            <a:r>
              <a:rPr lang="en-US" dirty="0" err="1"/>
              <a:t>đổi</a:t>
            </a:r>
            <a:r>
              <a:rPr lang="en-US" dirty="0"/>
              <a:t>, </a:t>
            </a:r>
            <a:r>
              <a:rPr lang="en-US" dirty="0" err="1"/>
              <a:t>không</a:t>
            </a:r>
            <a:r>
              <a:rPr lang="en-US" dirty="0"/>
              <a:t> </a:t>
            </a:r>
            <a:r>
              <a:rPr lang="en-US" dirty="0" err="1"/>
              <a:t>cố</a:t>
            </a:r>
            <a:r>
              <a:rPr lang="en-US" dirty="0"/>
              <a:t> </a:t>
            </a:r>
            <a:r>
              <a:rPr lang="en-US" dirty="0" err="1"/>
              <a:t>định</a:t>
            </a:r>
            <a:endParaRPr dirty="0"/>
          </a:p>
          <a:p>
            <a:pPr marL="228600" lvl="0" indent="-228600" algn="l" rtl="0">
              <a:lnSpc>
                <a:spcPct val="90000"/>
              </a:lnSpc>
              <a:spcBef>
                <a:spcPts val="1000"/>
              </a:spcBef>
              <a:spcAft>
                <a:spcPts val="0"/>
              </a:spcAft>
              <a:buClr>
                <a:schemeClr val="dk1"/>
              </a:buClr>
              <a:buSzPts val="2800"/>
              <a:buChar char="•"/>
            </a:pPr>
            <a:r>
              <a:rPr lang="en-US" dirty="0" err="1"/>
              <a:t>kiểu</a:t>
            </a:r>
            <a:r>
              <a:rPr lang="en-US" dirty="0"/>
              <a:t> </a:t>
            </a:r>
            <a:r>
              <a:rPr lang="en-US" dirty="0" err="1"/>
              <a:t>tên_biến</a:t>
            </a:r>
            <a:r>
              <a:rPr lang="en-US" dirty="0"/>
              <a:t>;</a:t>
            </a:r>
            <a:endParaRPr dirty="0"/>
          </a:p>
          <a:p>
            <a:pPr marL="228600" lvl="0" indent="-228600" algn="l" rtl="0">
              <a:lnSpc>
                <a:spcPct val="90000"/>
              </a:lnSpc>
              <a:spcBef>
                <a:spcPts val="1000"/>
              </a:spcBef>
              <a:spcAft>
                <a:spcPts val="0"/>
              </a:spcAft>
              <a:buClr>
                <a:schemeClr val="dk1"/>
              </a:buClr>
              <a:buSzPts val="2800"/>
              <a:buChar char="•"/>
            </a:pPr>
            <a:r>
              <a:rPr lang="en-US" dirty="0" err="1"/>
              <a:t>Ví</a:t>
            </a:r>
            <a:r>
              <a:rPr lang="en-US" dirty="0"/>
              <a:t> </a:t>
            </a:r>
            <a:r>
              <a:rPr lang="en-US" dirty="0" err="1"/>
              <a:t>dụ</a:t>
            </a:r>
            <a:r>
              <a:rPr lang="en-US" dirty="0"/>
              <a:t>: int var;</a:t>
            </a:r>
            <a:endParaRPr dirty="0"/>
          </a:p>
        </p:txBody>
      </p:sp>
      <p:sp>
        <p:nvSpPr>
          <p:cNvPr id="168" name="Google Shape;168;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7"/>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Cách đặt tên cho biến</a:t>
            </a:r>
            <a:endParaRPr/>
          </a:p>
        </p:txBody>
      </p:sp>
      <p:sp>
        <p:nvSpPr>
          <p:cNvPr id="174" name="Google Shape;174;p17"/>
          <p:cNvSpPr txBox="1">
            <a:spLocks noGrp="1"/>
          </p:cNvSpPr>
          <p:nvPr>
            <p:ph type="body" idx="1"/>
          </p:nvPr>
        </p:nvSpPr>
        <p:spPr>
          <a:xfrm>
            <a:off x="381000" y="1066800"/>
            <a:ext cx="10515600" cy="435133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222222"/>
              </a:buClr>
              <a:buSzPts val="2400"/>
              <a:buFont typeface="Arial"/>
              <a:buChar char="•"/>
            </a:pP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Tên</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không</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được</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chứa</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bất</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kỳ</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khoảng</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trắng</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nào</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a:t>
            </a:r>
            <a:endParaRPr dirty="0">
              <a:latin typeface="Times New Roman" panose="02020603050405020304" pitchFamily="18" charset="0"/>
              <a:cs typeface="Times New Roman" panose="02020603050405020304" pitchFamily="18" charset="0"/>
            </a:endParaRPr>
          </a:p>
          <a:p>
            <a:pPr marL="228600" lvl="0" indent="-228600" algn="l" rtl="0">
              <a:lnSpc>
                <a:spcPct val="90000"/>
              </a:lnSpc>
              <a:spcBef>
                <a:spcPts val="1000"/>
              </a:spcBef>
              <a:spcAft>
                <a:spcPts val="0"/>
              </a:spcAft>
              <a:buClr>
                <a:srgbClr val="222222"/>
              </a:buClr>
              <a:buSzPts val="2400"/>
              <a:buFont typeface="Arial"/>
              <a:buChar char="•"/>
            </a:pP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Tên</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không</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nên</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bắt</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đầu</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bằng</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các</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ký</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tự</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đặc</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biệt</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như</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ký</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hiệu</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&amp;,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đô</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la), _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gạch</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dưới</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a:t>
            </a:r>
            <a:endParaRPr sz="2400" dirty="0">
              <a:latin typeface="Times New Roman" panose="02020603050405020304" pitchFamily="18" charset="0"/>
              <a:ea typeface="Calibri"/>
              <a:cs typeface="Times New Roman" panose="02020603050405020304" pitchFamily="18" charset="0"/>
              <a:sym typeface="Calibri"/>
            </a:endParaRPr>
          </a:p>
          <a:p>
            <a:pPr marL="228600" lvl="0" indent="-228600" algn="l" rtl="0">
              <a:lnSpc>
                <a:spcPct val="90000"/>
              </a:lnSpc>
              <a:spcBef>
                <a:spcPts val="1000"/>
              </a:spcBef>
              <a:spcAft>
                <a:spcPts val="0"/>
              </a:spcAft>
              <a:buClr>
                <a:schemeClr val="dk1"/>
              </a:buClr>
              <a:buSzPts val="2400"/>
              <a:buChar char="•"/>
            </a:pPr>
            <a:r>
              <a:rPr lang="en-US" sz="2400" dirty="0">
                <a:latin typeface="Times New Roman" panose="02020603050405020304" pitchFamily="18" charset="0"/>
                <a:cs typeface="Times New Roman" panose="02020603050405020304" pitchFamily="18" charset="0"/>
              </a:rPr>
              <a:t>Phải </a:t>
            </a:r>
            <a:r>
              <a:rPr lang="en-US" sz="2400" dirty="0" err="1">
                <a:latin typeface="Times New Roman" panose="02020603050405020304" pitchFamily="18" charset="0"/>
                <a:cs typeface="Times New Roman" panose="02020603050405020304" pitchFamily="18" charset="0"/>
              </a:rPr>
              <a:t>bắt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a:t>
            </a:r>
            <a:endParaRPr dirty="0">
              <a:latin typeface="Times New Roman" panose="02020603050405020304" pitchFamily="18" charset="0"/>
              <a:cs typeface="Times New Roman" panose="02020603050405020304" pitchFamily="18" charset="0"/>
            </a:endParaRPr>
          </a:p>
          <a:p>
            <a:pPr marL="685800" lvl="1" indent="-228600" algn="l" rtl="0">
              <a:lnSpc>
                <a:spcPct val="90000"/>
              </a:lnSpc>
              <a:spcBef>
                <a:spcPts val="500"/>
              </a:spcBef>
              <a:spcAft>
                <a:spcPts val="0"/>
              </a:spcAft>
              <a:buClr>
                <a:schemeClr val="dk1"/>
              </a:buClr>
              <a:buSzPts val="2400"/>
              <a:buChar char="•"/>
            </a:pPr>
            <a:r>
              <a:rPr lang="en-US" dirty="0">
                <a:latin typeface="Times New Roman" panose="02020603050405020304" pitchFamily="18" charset="0"/>
                <a:cs typeface="Times New Roman" panose="02020603050405020304" pitchFamily="18" charset="0"/>
              </a:rPr>
              <a:t>int id;</a:t>
            </a:r>
            <a:endParaRPr dirty="0">
              <a:latin typeface="Times New Roman" panose="02020603050405020304" pitchFamily="18" charset="0"/>
              <a:cs typeface="Times New Roman" panose="02020603050405020304" pitchFamily="18" charset="0"/>
            </a:endParaRPr>
          </a:p>
          <a:p>
            <a:pPr marL="685800" lvl="1" indent="-228600" algn="l" rtl="0">
              <a:lnSpc>
                <a:spcPct val="90000"/>
              </a:lnSpc>
              <a:spcBef>
                <a:spcPts val="500"/>
              </a:spcBef>
              <a:spcAft>
                <a:spcPts val="0"/>
              </a:spcAft>
              <a:buClr>
                <a:schemeClr val="dk1"/>
              </a:buClr>
              <a:buSzPts val="2400"/>
              <a:buChar char="•"/>
            </a:pPr>
            <a:r>
              <a:rPr lang="en-US" dirty="0">
                <a:latin typeface="Times New Roman" panose="02020603050405020304" pitchFamily="18" charset="0"/>
                <a:cs typeface="Times New Roman" panose="02020603050405020304" pitchFamily="18" charset="0"/>
              </a:rPr>
              <a:t>String name;</a:t>
            </a:r>
            <a:endParaRPr dirty="0">
              <a:latin typeface="Times New Roman" panose="02020603050405020304" pitchFamily="18" charset="0"/>
              <a:cs typeface="Times New Roman" panose="02020603050405020304" pitchFamily="18" charset="0"/>
            </a:endParaRPr>
          </a:p>
          <a:p>
            <a:pPr marL="228600" lvl="0" indent="-228600" algn="l" rtl="0">
              <a:lnSpc>
                <a:spcPct val="90000"/>
              </a:lnSpc>
              <a:spcBef>
                <a:spcPts val="1000"/>
              </a:spcBef>
              <a:spcAft>
                <a:spcPts val="0"/>
              </a:spcAft>
              <a:buClr>
                <a:schemeClr val="dk1"/>
              </a:buClr>
              <a:buSzPts val="2400"/>
              <a:buChar char="•"/>
            </a:pPr>
            <a:r>
              <a:rPr lang="en-US" sz="2400" dirty="0" err="1">
                <a:latin typeface="Times New Roman" panose="02020603050405020304" pitchFamily="18" charset="0"/>
                <a:cs typeface="Times New Roman" panose="02020603050405020304" pitchFamily="18" charset="0"/>
              </a:rPr>
              <a:t>Nếu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thì</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bắt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tiếp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thì</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hoa</a:t>
            </a:r>
            <a:endParaRPr dirty="0">
              <a:latin typeface="Times New Roman" panose="02020603050405020304" pitchFamily="18" charset="0"/>
              <a:cs typeface="Times New Roman" panose="02020603050405020304" pitchFamily="18" charset="0"/>
            </a:endParaRPr>
          </a:p>
          <a:p>
            <a:pPr marL="685800" lvl="1" indent="-228600" algn="l" rtl="0">
              <a:lnSpc>
                <a:spcPct val="90000"/>
              </a:lnSpc>
              <a:spcBef>
                <a:spcPts val="500"/>
              </a:spcBef>
              <a:spcAft>
                <a:spcPts val="0"/>
              </a:spcAft>
              <a:buClr>
                <a:schemeClr val="dk1"/>
              </a:buClr>
              <a:buSzPts val="2400"/>
              <a:buChar char="•"/>
            </a:pPr>
            <a:r>
              <a:rPr lang="en-US" dirty="0">
                <a:latin typeface="Times New Roman" panose="02020603050405020304" pitchFamily="18" charset="0"/>
                <a:cs typeface="Times New Roman" panose="02020603050405020304" pitchFamily="18" charset="0"/>
              </a:rPr>
              <a:t>String </a:t>
            </a:r>
            <a:r>
              <a:rPr lang="en-US" dirty="0" err="1">
                <a:latin typeface="Times New Roman" panose="02020603050405020304" pitchFamily="18" charset="0"/>
                <a:cs typeface="Times New Roman" panose="02020603050405020304" pitchFamily="18" charset="0"/>
              </a:rPr>
              <a:t>firstName</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685800" lvl="1" indent="-228600" algn="l" rtl="0">
              <a:lnSpc>
                <a:spcPct val="90000"/>
              </a:lnSpc>
              <a:spcBef>
                <a:spcPts val="500"/>
              </a:spcBef>
              <a:spcAft>
                <a:spcPts val="0"/>
              </a:spcAft>
              <a:buClr>
                <a:schemeClr val="dk1"/>
              </a:buClr>
              <a:buSzPts val="2400"/>
              <a:buChar char="•"/>
            </a:pPr>
            <a:r>
              <a:rPr lang="en-US" dirty="0">
                <a:latin typeface="Times New Roman" panose="02020603050405020304" pitchFamily="18" charset="0"/>
                <a:cs typeface="Times New Roman" panose="02020603050405020304" pitchFamily="18" charset="0"/>
              </a:rPr>
              <a:t>String </a:t>
            </a:r>
            <a:r>
              <a:rPr lang="en-US" dirty="0" err="1">
                <a:latin typeface="Times New Roman" panose="02020603050405020304" pitchFamily="18" charset="0"/>
                <a:cs typeface="Times New Roman" panose="02020603050405020304" pitchFamily="18" charset="0"/>
              </a:rPr>
              <a:t>lastName</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228600" lvl="0" indent="-228600" algn="l" rtl="0">
              <a:lnSpc>
                <a:spcPct val="90000"/>
              </a:lnSpc>
              <a:spcBef>
                <a:spcPts val="1000"/>
              </a:spcBef>
              <a:spcAft>
                <a:spcPts val="0"/>
              </a:spcAft>
              <a:buClr>
                <a:schemeClr val="dk1"/>
              </a:buClr>
              <a:buSzPts val="2400"/>
              <a:buChar char="•"/>
            </a:pPr>
            <a:r>
              <a:rPr lang="en-US" sz="2400" dirty="0" err="1">
                <a:latin typeface="Times New Roman" panose="02020603050405020304" pitchFamily="18" charset="0"/>
                <a:cs typeface="Times New Roman" panose="02020603050405020304" pitchFamily="18" charset="0"/>
              </a:rPr>
              <a:t>Tên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ngắn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gọn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nghĩa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Tránh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a:t>
            </a:r>
            <a:r>
              <a:rPr lang="en-US" sz="2400" dirty="0">
                <a:latin typeface="Times New Roman" panose="02020603050405020304" pitchFamily="18" charset="0"/>
                <a:cs typeface="Times New Roman" panose="02020603050405020304" pitchFamily="18" charset="0"/>
              </a:rPr>
              <a:t> x, y, z,…</a:t>
            </a:r>
            <a:endParaRPr dirty="0">
              <a:latin typeface="Times New Roman" panose="02020603050405020304" pitchFamily="18" charset="0"/>
              <a:cs typeface="Times New Roman" panose="02020603050405020304" pitchFamily="18" charset="0"/>
            </a:endParaRPr>
          </a:p>
        </p:txBody>
      </p:sp>
      <p:sp>
        <p:nvSpPr>
          <p:cNvPr id="175" name="Google Shape;175;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8"/>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Kiểu dữ liệu nguyên thủy</a:t>
            </a:r>
            <a:endParaRPr/>
          </a:p>
        </p:txBody>
      </p:sp>
      <p:sp>
        <p:nvSpPr>
          <p:cNvPr id="182" name="Google Shape;182;p18"/>
          <p:cNvSpPr txBox="1">
            <a:spLocks noGrp="1"/>
          </p:cNvSpPr>
          <p:nvPr>
            <p:ph type="body" idx="1"/>
          </p:nvPr>
        </p:nvSpPr>
        <p:spPr>
          <a:xfrm>
            <a:off x="228600" y="876300"/>
            <a:ext cx="10820400" cy="5372100"/>
          </a:xfrm>
          <a:prstGeom prst="rect">
            <a:avLst/>
          </a:prstGeom>
          <a:noFill/>
          <a:ln>
            <a:noFill/>
          </a:ln>
        </p:spPr>
        <p:txBody>
          <a:bodyPr spcFirstLastPara="1" wrap="square" lIns="91425" tIns="45700" rIns="91425" bIns="45700" anchor="t" anchorCtr="0">
            <a:noAutofit/>
          </a:bodyPr>
          <a:lstStyle/>
          <a:p>
            <a:pPr marL="228600" lvl="0" indent="-228600" algn="l" rtl="0">
              <a:lnSpc>
                <a:spcPct val="150000"/>
              </a:lnSpc>
              <a:spcBef>
                <a:spcPts val="0"/>
              </a:spcBef>
              <a:spcAft>
                <a:spcPts val="0"/>
              </a:spcAft>
              <a:buClr>
                <a:schemeClr val="dk1"/>
              </a:buClr>
              <a:buSzPts val="2800"/>
              <a:buChar char="•"/>
            </a:pPr>
            <a:r>
              <a:rPr lang="en-US"/>
              <a:t>Có 8 loại dữ liệu nguyên thủy trong Java</a:t>
            </a:r>
            <a:endParaRPr/>
          </a:p>
          <a:p>
            <a:pPr marL="685800" lvl="1" indent="-228600" algn="l" rtl="0">
              <a:lnSpc>
                <a:spcPct val="150000"/>
              </a:lnSpc>
              <a:spcBef>
                <a:spcPts val="500"/>
              </a:spcBef>
              <a:spcAft>
                <a:spcPts val="0"/>
              </a:spcAft>
              <a:buClr>
                <a:schemeClr val="dk1"/>
              </a:buClr>
              <a:buSzPts val="2400"/>
              <a:buChar char="•"/>
            </a:pPr>
            <a:r>
              <a:rPr lang="en-US"/>
              <a:t>Kiểu số nguyên: byte, short, int, long</a:t>
            </a:r>
            <a:endParaRPr/>
          </a:p>
          <a:p>
            <a:pPr marL="685800" lvl="1" indent="-228600" algn="l" rtl="0">
              <a:lnSpc>
                <a:spcPct val="150000"/>
              </a:lnSpc>
              <a:spcBef>
                <a:spcPts val="500"/>
              </a:spcBef>
              <a:spcAft>
                <a:spcPts val="0"/>
              </a:spcAft>
              <a:buClr>
                <a:schemeClr val="dk1"/>
              </a:buClr>
              <a:buSzPts val="2400"/>
              <a:buChar char="•"/>
            </a:pPr>
            <a:r>
              <a:rPr lang="en-US"/>
              <a:t>Kiểu số thực: float, double</a:t>
            </a:r>
            <a:endParaRPr/>
          </a:p>
          <a:p>
            <a:pPr marL="685800" lvl="1" indent="-228600" algn="l" rtl="0">
              <a:lnSpc>
                <a:spcPct val="150000"/>
              </a:lnSpc>
              <a:spcBef>
                <a:spcPts val="500"/>
              </a:spcBef>
              <a:spcAft>
                <a:spcPts val="0"/>
              </a:spcAft>
              <a:buClr>
                <a:schemeClr val="dk1"/>
              </a:buClr>
              <a:buSzPts val="2400"/>
              <a:buChar char="•"/>
            </a:pPr>
            <a:r>
              <a:rPr lang="en-US"/>
              <a:t>Kiểu ký tự: char</a:t>
            </a:r>
            <a:endParaRPr/>
          </a:p>
          <a:p>
            <a:pPr marL="685800" lvl="1" indent="-228600" algn="l" rtl="0">
              <a:lnSpc>
                <a:spcPct val="150000"/>
              </a:lnSpc>
              <a:spcBef>
                <a:spcPts val="500"/>
              </a:spcBef>
              <a:spcAft>
                <a:spcPts val="0"/>
              </a:spcAft>
              <a:buClr>
                <a:schemeClr val="dk1"/>
              </a:buClr>
              <a:buSzPts val="2400"/>
              <a:buChar char="•"/>
            </a:pPr>
            <a:r>
              <a:rPr lang="en-US"/>
              <a:t>Kiểu logic: true, false</a:t>
            </a:r>
            <a:endParaRPr/>
          </a:p>
        </p:txBody>
      </p:sp>
      <p:sp>
        <p:nvSpPr>
          <p:cNvPr id="183" name="Google Shape;18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18</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9"/>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Kiểu dữ liệu nguyên thủy</a:t>
            </a:r>
            <a:endParaRPr/>
          </a:p>
        </p:txBody>
      </p:sp>
      <p:sp>
        <p:nvSpPr>
          <p:cNvPr id="190" name="Google Shape;19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19</a:t>
            </a:fld>
            <a:endParaRPr sz="1400" b="0" i="0" u="none" strike="noStrike" cap="none">
              <a:solidFill>
                <a:schemeClr val="dk1"/>
              </a:solidFill>
              <a:latin typeface="Tahoma"/>
              <a:ea typeface="Tahoma"/>
              <a:cs typeface="Tahoma"/>
              <a:sym typeface="Tahoma"/>
            </a:endParaRPr>
          </a:p>
        </p:txBody>
      </p:sp>
      <p:pic>
        <p:nvPicPr>
          <p:cNvPr id="191" name="Google Shape;191;p19" descr="Graphical user interface, application&#10;&#10;Description automatically generated"/>
          <p:cNvPicPr preferRelativeResize="0"/>
          <p:nvPr/>
        </p:nvPicPr>
        <p:blipFill rotWithShape="1">
          <a:blip r:embed="rId3">
            <a:alphaModFix/>
          </a:blip>
          <a:srcRect/>
          <a:stretch/>
        </p:blipFill>
        <p:spPr>
          <a:xfrm>
            <a:off x="2133600" y="769938"/>
            <a:ext cx="7772400" cy="558076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0"/>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Toán tử số học</a:t>
            </a:r>
            <a:endParaRPr/>
          </a:p>
        </p:txBody>
      </p:sp>
      <p:sp>
        <p:nvSpPr>
          <p:cNvPr id="197" name="Google Shape;19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20</a:t>
            </a:fld>
            <a:endParaRPr sz="1400" b="0" i="0" u="none" strike="noStrike" cap="none">
              <a:solidFill>
                <a:schemeClr val="dk1"/>
              </a:solidFill>
              <a:latin typeface="Tahoma"/>
              <a:ea typeface="Tahoma"/>
              <a:cs typeface="Tahoma"/>
              <a:sym typeface="Tahoma"/>
            </a:endParaRPr>
          </a:p>
        </p:txBody>
      </p:sp>
      <p:pic>
        <p:nvPicPr>
          <p:cNvPr id="198" name="Google Shape;198;p20" descr="A screenshot of a computer&#10;&#10;Description automatically generated with medium confidence"/>
          <p:cNvPicPr preferRelativeResize="0"/>
          <p:nvPr/>
        </p:nvPicPr>
        <p:blipFill rotWithShape="1">
          <a:blip r:embed="rId3">
            <a:alphaModFix/>
          </a:blip>
          <a:srcRect/>
          <a:stretch/>
        </p:blipFill>
        <p:spPr>
          <a:xfrm>
            <a:off x="1828800" y="825500"/>
            <a:ext cx="7772400" cy="474208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1"/>
          <p:cNvSpPr txBox="1">
            <a:spLocks noGrp="1"/>
          </p:cNvSpPr>
          <p:nvPr>
            <p:ph type="title"/>
          </p:nvPr>
        </p:nvSpPr>
        <p:spPr>
          <a:xfrm>
            <a:off x="152400" y="136525"/>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Toán tử quan hệ</a:t>
            </a:r>
            <a:endParaRPr/>
          </a:p>
        </p:txBody>
      </p:sp>
      <p:sp>
        <p:nvSpPr>
          <p:cNvPr id="205" name="Google Shape;205;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21</a:t>
            </a:fld>
            <a:endParaRPr sz="1400" b="0" i="0" u="none" strike="noStrike" cap="none">
              <a:solidFill>
                <a:schemeClr val="dk1"/>
              </a:solidFill>
              <a:latin typeface="Tahoma"/>
              <a:ea typeface="Tahoma"/>
              <a:cs typeface="Tahoma"/>
              <a:sym typeface="Tahoma"/>
            </a:endParaRPr>
          </a:p>
        </p:txBody>
      </p:sp>
      <p:pic>
        <p:nvPicPr>
          <p:cNvPr id="206" name="Google Shape;206;p21" descr="A screenshot of a computer&#10;&#10;Description automatically generated with medium confidence"/>
          <p:cNvPicPr preferRelativeResize="0"/>
          <p:nvPr/>
        </p:nvPicPr>
        <p:blipFill rotWithShape="1">
          <a:blip r:embed="rId3">
            <a:alphaModFix/>
          </a:blip>
          <a:srcRect/>
          <a:stretch/>
        </p:blipFill>
        <p:spPr>
          <a:xfrm>
            <a:off x="2362200" y="762000"/>
            <a:ext cx="7162800" cy="5486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2"/>
          <p:cNvSpPr txBox="1">
            <a:spLocks noGrp="1"/>
          </p:cNvSpPr>
          <p:nvPr>
            <p:ph type="title"/>
          </p:nvPr>
        </p:nvSpPr>
        <p:spPr>
          <a:xfrm>
            <a:off x="228600" y="136525"/>
            <a:ext cx="10515600" cy="54451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None/>
            </a:pPr>
            <a:r>
              <a:rPr lang="en-US" sz="4000"/>
              <a:t>Toán tử thao tác bit</a:t>
            </a:r>
            <a:endParaRPr/>
          </a:p>
        </p:txBody>
      </p:sp>
      <p:sp>
        <p:nvSpPr>
          <p:cNvPr id="213" name="Google Shape;21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22</a:t>
            </a:fld>
            <a:endParaRPr sz="1400" b="0" i="0" u="none" strike="noStrike" cap="none">
              <a:solidFill>
                <a:schemeClr val="dk1"/>
              </a:solidFill>
              <a:latin typeface="Tahoma"/>
              <a:ea typeface="Tahoma"/>
              <a:cs typeface="Tahoma"/>
              <a:sym typeface="Tahoma"/>
            </a:endParaRPr>
          </a:p>
        </p:txBody>
      </p:sp>
      <p:pic>
        <p:nvPicPr>
          <p:cNvPr id="214" name="Google Shape;214;p22" descr="A screenshot of a computer&#10;&#10;Description automatically generated with medium confidence"/>
          <p:cNvPicPr preferRelativeResize="0"/>
          <p:nvPr/>
        </p:nvPicPr>
        <p:blipFill rotWithShape="1">
          <a:blip r:embed="rId3">
            <a:alphaModFix/>
          </a:blip>
          <a:srcRect/>
          <a:stretch/>
        </p:blipFill>
        <p:spPr>
          <a:xfrm>
            <a:off x="3405439" y="889794"/>
            <a:ext cx="5381121" cy="5257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3"/>
          <p:cNvSpPr txBox="1">
            <a:spLocks noGrp="1"/>
          </p:cNvSpPr>
          <p:nvPr>
            <p:ph type="title"/>
          </p:nvPr>
        </p:nvSpPr>
        <p:spPr>
          <a:xfrm>
            <a:off x="228600" y="149225"/>
            <a:ext cx="10515600" cy="54451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None/>
            </a:pPr>
            <a:r>
              <a:rPr lang="en-US" sz="4000"/>
              <a:t>Toán tử logic</a:t>
            </a:r>
            <a:endParaRPr/>
          </a:p>
        </p:txBody>
      </p:sp>
      <p:sp>
        <p:nvSpPr>
          <p:cNvPr id="221" name="Google Shape;221;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23</a:t>
            </a:fld>
            <a:endParaRPr sz="1400" b="0" i="0" u="none" strike="noStrike" cap="none">
              <a:solidFill>
                <a:schemeClr val="dk1"/>
              </a:solidFill>
              <a:latin typeface="Tahoma"/>
              <a:ea typeface="Tahoma"/>
              <a:cs typeface="Tahoma"/>
              <a:sym typeface="Tahoma"/>
            </a:endParaRPr>
          </a:p>
        </p:txBody>
      </p:sp>
      <p:pic>
        <p:nvPicPr>
          <p:cNvPr id="222" name="Google Shape;222;p23" descr="Graphical user interface, text, application, email&#10;&#10;Description automatically generated"/>
          <p:cNvPicPr preferRelativeResize="0"/>
          <p:nvPr/>
        </p:nvPicPr>
        <p:blipFill rotWithShape="1">
          <a:blip r:embed="rId3">
            <a:alphaModFix/>
          </a:blip>
          <a:srcRect/>
          <a:stretch/>
        </p:blipFill>
        <p:spPr>
          <a:xfrm>
            <a:off x="2209800" y="1066800"/>
            <a:ext cx="7772400" cy="441011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4"/>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None/>
            </a:pPr>
            <a:r>
              <a:rPr lang="en-US" sz="4000"/>
              <a:t>Các toán tử gán</a:t>
            </a:r>
            <a:endParaRPr sz="4000"/>
          </a:p>
        </p:txBody>
      </p:sp>
      <p:sp>
        <p:nvSpPr>
          <p:cNvPr id="229" name="Google Shape;229;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24</a:t>
            </a:fld>
            <a:endParaRPr sz="1400" b="0" i="0" u="none" strike="noStrike" cap="none">
              <a:solidFill>
                <a:schemeClr val="dk1"/>
              </a:solidFill>
              <a:latin typeface="Tahoma"/>
              <a:ea typeface="Tahoma"/>
              <a:cs typeface="Tahoma"/>
              <a:sym typeface="Tahoma"/>
            </a:endParaRPr>
          </a:p>
        </p:txBody>
      </p:sp>
      <p:pic>
        <p:nvPicPr>
          <p:cNvPr id="230" name="Google Shape;230;p24" descr="A screenshot of a computer&#10;&#10;Description automatically generated with medium confidence"/>
          <p:cNvPicPr preferRelativeResize="0"/>
          <p:nvPr/>
        </p:nvPicPr>
        <p:blipFill rotWithShape="1">
          <a:blip r:embed="rId3">
            <a:alphaModFix/>
          </a:blip>
          <a:srcRect/>
          <a:stretch/>
        </p:blipFill>
        <p:spPr>
          <a:xfrm>
            <a:off x="3810000" y="773113"/>
            <a:ext cx="5000785" cy="547528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5"/>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Thứ tự ưu tiên của các toán tử</a:t>
            </a:r>
            <a:endParaRPr/>
          </a:p>
        </p:txBody>
      </p:sp>
      <p:sp>
        <p:nvSpPr>
          <p:cNvPr id="237" name="Google Shape;23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25</a:t>
            </a:fld>
            <a:endParaRPr sz="1400" b="0" i="0" u="none" strike="noStrike" cap="none">
              <a:solidFill>
                <a:schemeClr val="dk1"/>
              </a:solidFill>
              <a:latin typeface="Tahoma"/>
              <a:ea typeface="Tahoma"/>
              <a:cs typeface="Tahoma"/>
              <a:sym typeface="Tahoma"/>
            </a:endParaRPr>
          </a:p>
        </p:txBody>
      </p:sp>
      <p:pic>
        <p:nvPicPr>
          <p:cNvPr id="238" name="Google Shape;238;p25" descr="Table&#10;&#10;Description automatically generated"/>
          <p:cNvPicPr preferRelativeResize="0"/>
          <p:nvPr/>
        </p:nvPicPr>
        <p:blipFill rotWithShape="1">
          <a:blip r:embed="rId3">
            <a:alphaModFix/>
          </a:blip>
          <a:srcRect/>
          <a:stretch/>
        </p:blipFill>
        <p:spPr>
          <a:xfrm>
            <a:off x="3505200" y="773113"/>
            <a:ext cx="5717201" cy="539908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6"/>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Một số ký tự đặc biệt</a:t>
            </a:r>
            <a:endParaRPr/>
          </a:p>
        </p:txBody>
      </p:sp>
      <p:sp>
        <p:nvSpPr>
          <p:cNvPr id="245" name="Google Shape;24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26</a:t>
            </a:fld>
            <a:endParaRPr sz="1400" b="0" i="0" u="none" strike="noStrike" cap="none">
              <a:solidFill>
                <a:schemeClr val="dk1"/>
              </a:solidFill>
              <a:latin typeface="Tahoma"/>
              <a:ea typeface="Tahoma"/>
              <a:cs typeface="Tahoma"/>
              <a:sym typeface="Tahoma"/>
            </a:endParaRPr>
          </a:p>
        </p:txBody>
      </p:sp>
      <p:pic>
        <p:nvPicPr>
          <p:cNvPr id="246" name="Google Shape;246;p26" descr="Table&#10;&#10;Description automatically generated"/>
          <p:cNvPicPr preferRelativeResize="0"/>
          <p:nvPr/>
        </p:nvPicPr>
        <p:blipFill rotWithShape="1">
          <a:blip r:embed="rId3">
            <a:alphaModFix/>
          </a:blip>
          <a:srcRect/>
          <a:stretch/>
        </p:blipFill>
        <p:spPr>
          <a:xfrm>
            <a:off x="2209800" y="827246"/>
            <a:ext cx="7772400" cy="547497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51"/>
        <p:cNvGrpSpPr/>
        <p:nvPr/>
      </p:nvGrpSpPr>
      <p:grpSpPr>
        <a:xfrm>
          <a:off x="0" y="0"/>
          <a:ext cx="0" cy="0"/>
          <a:chOff x="0" y="0"/>
          <a:chExt cx="0" cy="0"/>
        </a:xfrm>
      </p:grpSpPr>
      <p:sp>
        <p:nvSpPr>
          <p:cNvPr id="252" name="Google Shape;252;p27"/>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Chuyển đổi kiểu dữ liệu trong phép gán</a:t>
            </a:r>
            <a:endParaRPr/>
          </a:p>
        </p:txBody>
      </p:sp>
      <p:sp>
        <p:nvSpPr>
          <p:cNvPr id="253" name="Google Shape;253;p27"/>
          <p:cNvSpPr txBox="1">
            <a:spLocks noGrp="1"/>
          </p:cNvSpPr>
          <p:nvPr>
            <p:ph type="body" idx="1"/>
          </p:nvPr>
        </p:nvSpPr>
        <p:spPr>
          <a:xfrm>
            <a:off x="228600" y="914400"/>
            <a:ext cx="10820400" cy="544195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a:t>Chuyển đổi kiểu dữ liệu là việc gán một giá trị kiểu này cho một biến kiểu khác</a:t>
            </a: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Nới rộng (widening): là quá trình chuyển đổi dữ liệu có kích thước nhỏ hơn sang kiểu có kích thước lớn hơn.</a:t>
            </a:r>
            <a:endParaRPr/>
          </a:p>
          <a:p>
            <a:pPr marL="228600" lvl="0" indent="-228600" algn="l" rtl="0">
              <a:lnSpc>
                <a:spcPct val="90000"/>
              </a:lnSpc>
              <a:spcBef>
                <a:spcPts val="1000"/>
              </a:spcBef>
              <a:spcAft>
                <a:spcPts val="0"/>
              </a:spcAft>
              <a:buClr>
                <a:schemeClr val="dk1"/>
              </a:buClr>
              <a:buSzPts val="2800"/>
              <a:buChar char="•"/>
            </a:pPr>
            <a:r>
              <a:rPr lang="en-US"/>
              <a:t>Thu hẹp (narrowing): là quá trình chuyển đổi dư liệu có kích thước lớn hơn sang kiểu có kích thước nhỏ hơn</a:t>
            </a:r>
            <a:endParaRPr/>
          </a:p>
          <a:p>
            <a:pPr marL="0" lvl="0" indent="0" algn="l" rtl="0">
              <a:lnSpc>
                <a:spcPct val="90000"/>
              </a:lnSpc>
              <a:spcBef>
                <a:spcPts val="0"/>
              </a:spcBef>
              <a:spcAft>
                <a:spcPts val="0"/>
              </a:spcAft>
              <a:buClr>
                <a:srgbClr val="000000"/>
              </a:buClr>
              <a:buSzPts val="1800"/>
              <a:buNone/>
            </a:pPr>
            <a:r>
              <a:rPr lang="en-US" sz="1800" b="0" i="0" u="none" strike="noStrike">
                <a:solidFill>
                  <a:srgbClr val="000000"/>
                </a:solidFill>
                <a:latin typeface="Consolas"/>
                <a:ea typeface="Consolas"/>
                <a:cs typeface="Consolas"/>
                <a:sym typeface="Consolas"/>
              </a:rPr>
              <a:t>	</a:t>
            </a:r>
            <a:r>
              <a:rPr lang="en-US" sz="1800" b="0" i="0" u="none" strike="noStrike">
                <a:solidFill>
                  <a:srgbClr val="000000"/>
                </a:solidFill>
              </a:rPr>
              <a:t>double x, y;</a:t>
            </a:r>
            <a:endParaRPr/>
          </a:p>
          <a:p>
            <a:pPr marL="0" lvl="0" indent="0" algn="l" rtl="0">
              <a:lnSpc>
                <a:spcPct val="90000"/>
              </a:lnSpc>
              <a:spcBef>
                <a:spcPts val="0"/>
              </a:spcBef>
              <a:spcAft>
                <a:spcPts val="0"/>
              </a:spcAft>
              <a:buClr>
                <a:srgbClr val="000000"/>
              </a:buClr>
              <a:buSzPts val="1800"/>
              <a:buNone/>
            </a:pPr>
            <a:r>
              <a:rPr lang="en-US" sz="1800" b="0" i="0" u="none" strike="noStrike">
                <a:solidFill>
                  <a:srgbClr val="000000"/>
                </a:solidFill>
              </a:rPr>
              <a:t>	int i;</a:t>
            </a:r>
            <a:endParaRPr/>
          </a:p>
          <a:p>
            <a:pPr marL="0" lvl="0" indent="0" algn="l" rtl="0">
              <a:lnSpc>
                <a:spcPct val="90000"/>
              </a:lnSpc>
              <a:spcBef>
                <a:spcPts val="0"/>
              </a:spcBef>
              <a:spcAft>
                <a:spcPts val="0"/>
              </a:spcAft>
              <a:buClr>
                <a:srgbClr val="000000"/>
              </a:buClr>
              <a:buSzPts val="1800"/>
              <a:buNone/>
            </a:pPr>
            <a:r>
              <a:rPr lang="en-US" sz="1800" b="0" i="0" u="none" strike="noStrike">
                <a:solidFill>
                  <a:srgbClr val="000000"/>
                </a:solidFill>
              </a:rPr>
              <a:t>	i = (int) (x / y); // ép kiểu từ double sang int</a:t>
            </a:r>
            <a:endParaRPr/>
          </a:p>
          <a:p>
            <a:pPr marL="228600" lvl="0" indent="-50800" algn="l" rtl="0">
              <a:lnSpc>
                <a:spcPct val="90000"/>
              </a:lnSpc>
              <a:spcBef>
                <a:spcPts val="1000"/>
              </a:spcBef>
              <a:spcAft>
                <a:spcPts val="0"/>
              </a:spcAft>
              <a:buClr>
                <a:schemeClr val="dk1"/>
              </a:buClr>
              <a:buSzPts val="2800"/>
              <a:buNone/>
            </a:pPr>
            <a:endParaRPr/>
          </a:p>
        </p:txBody>
      </p:sp>
      <p:sp>
        <p:nvSpPr>
          <p:cNvPr id="254" name="Google Shape;25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27</a:t>
            </a:fld>
            <a:endParaRPr sz="1400" b="0" i="0" u="none" strike="noStrike" cap="none">
              <a:solidFill>
                <a:schemeClr val="dk1"/>
              </a:solidFill>
              <a:latin typeface="Tahoma"/>
              <a:ea typeface="Tahoma"/>
              <a:cs typeface="Tahoma"/>
              <a:sym typeface="Tahoma"/>
            </a:endParaRPr>
          </a:p>
        </p:txBody>
      </p:sp>
      <p:graphicFrame>
        <p:nvGraphicFramePr>
          <p:cNvPr id="255" name="Google Shape;255;p27"/>
          <p:cNvGraphicFramePr/>
          <p:nvPr/>
        </p:nvGraphicFramePr>
        <p:xfrm>
          <a:off x="1295399" y="1752600"/>
          <a:ext cx="8382000" cy="1036320"/>
        </p:xfrm>
        <a:graphic>
          <a:graphicData uri="http://schemas.openxmlformats.org/drawingml/2006/table">
            <a:tbl>
              <a:tblPr>
                <a:noFill/>
                <a:tableStyleId>{E0D635BB-A604-4ABF-AB61-41E96DD2AC65}</a:tableStyleId>
              </a:tblPr>
              <a:tblGrid>
                <a:gridCol w="8382000">
                  <a:extLst>
                    <a:ext uri="{9D8B030D-6E8A-4147-A177-3AD203B41FA5}">
                      <a16:colId xmlns:a16="http://schemas.microsoft.com/office/drawing/2014/main" val="20000"/>
                    </a:ext>
                  </a:extLst>
                </a:gridCol>
              </a:tblGrid>
              <a:tr h="1033625">
                <a:tc>
                  <a:txBody>
                    <a:bodyPr/>
                    <a:lstStyle/>
                    <a:p>
                      <a:pPr marL="0" marR="0" lvl="0" indent="0" algn="l" rtl="0">
                        <a:spcBef>
                          <a:spcPts val="0"/>
                        </a:spcBef>
                        <a:spcAft>
                          <a:spcPts val="0"/>
                        </a:spcAft>
                        <a:buClr>
                          <a:schemeClr val="dk1"/>
                        </a:buClr>
                        <a:buSzPts val="1700"/>
                        <a:buFont typeface="Arial"/>
                        <a:buNone/>
                      </a:pPr>
                      <a:r>
                        <a:rPr lang="en-US" sz="1700" b="0" i="0" u="none" strike="noStrike" cap="none">
                          <a:latin typeface="Arial"/>
                          <a:ea typeface="Arial"/>
                          <a:cs typeface="Arial"/>
                          <a:sym typeface="Arial"/>
                        </a:rPr>
                        <a:t>int i;</a:t>
                      </a:r>
                      <a:endParaRPr/>
                    </a:p>
                    <a:p>
                      <a:pPr marL="0" marR="0" lvl="0" indent="0" algn="l" rtl="0">
                        <a:spcBef>
                          <a:spcPts val="0"/>
                        </a:spcBef>
                        <a:spcAft>
                          <a:spcPts val="0"/>
                        </a:spcAft>
                        <a:buClr>
                          <a:schemeClr val="dk1"/>
                        </a:buClr>
                        <a:buSzPts val="1700"/>
                        <a:buFont typeface="Arial"/>
                        <a:buNone/>
                      </a:pPr>
                      <a:r>
                        <a:rPr lang="en-US" sz="1700" b="0" i="0" u="none" strike="noStrike" cap="none">
                          <a:latin typeface="Arial"/>
                          <a:ea typeface="Arial"/>
                          <a:cs typeface="Arial"/>
                          <a:sym typeface="Arial"/>
                        </a:rPr>
                        <a:t>float f;</a:t>
                      </a:r>
                      <a:endParaRPr/>
                    </a:p>
                    <a:p>
                      <a:pPr marL="0" marR="0" lvl="0" indent="0" algn="l" rtl="0">
                        <a:spcBef>
                          <a:spcPts val="0"/>
                        </a:spcBef>
                        <a:spcAft>
                          <a:spcPts val="0"/>
                        </a:spcAft>
                        <a:buClr>
                          <a:schemeClr val="dk1"/>
                        </a:buClr>
                        <a:buSzPts val="1700"/>
                        <a:buFont typeface="Arial"/>
                        <a:buNone/>
                      </a:pPr>
                      <a:r>
                        <a:rPr lang="en-US" sz="1700" b="0" i="0" u="none" strike="noStrike" cap="none">
                          <a:latin typeface="Arial"/>
                          <a:ea typeface="Arial"/>
                          <a:cs typeface="Arial"/>
                          <a:sym typeface="Arial"/>
                        </a:rPr>
                        <a:t>i = 10;</a:t>
                      </a:r>
                      <a:endParaRPr/>
                    </a:p>
                    <a:p>
                      <a:pPr marL="0" marR="0" lvl="0" indent="0" algn="l" rtl="0">
                        <a:spcBef>
                          <a:spcPts val="0"/>
                        </a:spcBef>
                        <a:spcAft>
                          <a:spcPts val="0"/>
                        </a:spcAft>
                        <a:buClr>
                          <a:schemeClr val="dk1"/>
                        </a:buClr>
                        <a:buSzPts val="1700"/>
                        <a:buFont typeface="Arial"/>
                        <a:buNone/>
                      </a:pPr>
                      <a:r>
                        <a:rPr lang="en-US" sz="1700" b="0" i="0" u="none" strike="noStrike" cap="none">
                          <a:latin typeface="Arial"/>
                          <a:ea typeface="Arial"/>
                          <a:cs typeface="Arial"/>
                          <a:sym typeface="Arial"/>
                        </a:rPr>
                        <a:t>f = i; // gán một giá trị kiểu int cho một biến kiểu float</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8"/>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lệnh điều khiển – if </a:t>
            </a:r>
            <a:endParaRPr/>
          </a:p>
        </p:txBody>
      </p:sp>
      <p:sp>
        <p:nvSpPr>
          <p:cNvPr id="262" name="Google Shape;262;p28"/>
          <p:cNvSpPr txBox="1">
            <a:spLocks noGrp="1"/>
          </p:cNvSpPr>
          <p:nvPr>
            <p:ph type="body" idx="1"/>
          </p:nvPr>
        </p:nvSpPr>
        <p:spPr>
          <a:xfrm>
            <a:off x="228600" y="1066800"/>
            <a:ext cx="10668000" cy="4351338"/>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chemeClr val="dk1"/>
              </a:buClr>
              <a:buSzPts val="2800"/>
              <a:buNone/>
            </a:pPr>
            <a:r>
              <a:rPr lang="en-US"/>
              <a:t>if (điều kiện) {</a:t>
            </a:r>
            <a:endParaRPr/>
          </a:p>
          <a:p>
            <a:pPr marL="0" lvl="0" indent="0" algn="l" rtl="0">
              <a:lnSpc>
                <a:spcPct val="150000"/>
              </a:lnSpc>
              <a:spcBef>
                <a:spcPts val="1000"/>
              </a:spcBef>
              <a:spcAft>
                <a:spcPts val="0"/>
              </a:spcAft>
              <a:buClr>
                <a:schemeClr val="dk1"/>
              </a:buClr>
              <a:buSzPts val="2800"/>
              <a:buNone/>
            </a:pPr>
            <a:r>
              <a:rPr lang="en-US"/>
              <a:t>	câu lệnh;</a:t>
            </a:r>
            <a:endParaRPr/>
          </a:p>
          <a:p>
            <a:pPr marL="0" lvl="0" indent="0" algn="l" rtl="0">
              <a:lnSpc>
                <a:spcPct val="150000"/>
              </a:lnSpc>
              <a:spcBef>
                <a:spcPts val="1000"/>
              </a:spcBef>
              <a:spcAft>
                <a:spcPts val="0"/>
              </a:spcAft>
              <a:buClr>
                <a:schemeClr val="dk1"/>
              </a:buClr>
              <a:buSzPts val="2800"/>
              <a:buNone/>
            </a:pPr>
            <a:r>
              <a:rPr lang="en-US"/>
              <a:t>	….</a:t>
            </a:r>
            <a:endParaRPr/>
          </a:p>
          <a:p>
            <a:pPr marL="0" lvl="0" indent="0" algn="l" rtl="0">
              <a:lnSpc>
                <a:spcPct val="150000"/>
              </a:lnSpc>
              <a:spcBef>
                <a:spcPts val="1000"/>
              </a:spcBef>
              <a:spcAft>
                <a:spcPts val="0"/>
              </a:spcAft>
              <a:buClr>
                <a:schemeClr val="dk1"/>
              </a:buClr>
              <a:buSzPts val="2800"/>
              <a:buNone/>
            </a:pPr>
            <a:r>
              <a:rPr lang="en-US"/>
              <a:t>}</a:t>
            </a:r>
            <a:endParaRPr/>
          </a:p>
        </p:txBody>
      </p:sp>
      <p:sp>
        <p:nvSpPr>
          <p:cNvPr id="263" name="Google Shape;26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28</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9"/>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lệnh điều khiển – if - else</a:t>
            </a:r>
            <a:endParaRPr/>
          </a:p>
        </p:txBody>
      </p:sp>
      <p:sp>
        <p:nvSpPr>
          <p:cNvPr id="270" name="Google Shape;270;p29"/>
          <p:cNvSpPr txBox="1">
            <a:spLocks noGrp="1"/>
          </p:cNvSpPr>
          <p:nvPr>
            <p:ph type="body" idx="1"/>
          </p:nvPr>
        </p:nvSpPr>
        <p:spPr>
          <a:xfrm>
            <a:off x="228600" y="1066800"/>
            <a:ext cx="10668000" cy="4351338"/>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150000"/>
              </a:lnSpc>
              <a:spcBef>
                <a:spcPts val="0"/>
              </a:spcBef>
              <a:spcAft>
                <a:spcPts val="0"/>
              </a:spcAft>
              <a:buClr>
                <a:schemeClr val="dk1"/>
              </a:buClr>
              <a:buSzPct val="100000"/>
              <a:buNone/>
            </a:pPr>
            <a:r>
              <a:rPr lang="en-US"/>
              <a:t>if (điều kiện) {</a:t>
            </a:r>
            <a:endParaRPr/>
          </a:p>
          <a:p>
            <a:pPr marL="0" lvl="0" indent="0" algn="l" rtl="0">
              <a:lnSpc>
                <a:spcPct val="150000"/>
              </a:lnSpc>
              <a:spcBef>
                <a:spcPts val="1000"/>
              </a:spcBef>
              <a:spcAft>
                <a:spcPts val="0"/>
              </a:spcAft>
              <a:buClr>
                <a:schemeClr val="dk1"/>
              </a:buClr>
              <a:buSzPct val="100000"/>
              <a:buNone/>
            </a:pPr>
            <a:r>
              <a:rPr lang="en-US"/>
              <a:t>	câu lệnh;</a:t>
            </a:r>
            <a:endParaRPr/>
          </a:p>
          <a:p>
            <a:pPr marL="0" lvl="0" indent="0" algn="l" rtl="0">
              <a:lnSpc>
                <a:spcPct val="150000"/>
              </a:lnSpc>
              <a:spcBef>
                <a:spcPts val="1000"/>
              </a:spcBef>
              <a:spcAft>
                <a:spcPts val="0"/>
              </a:spcAft>
              <a:buClr>
                <a:schemeClr val="dk1"/>
              </a:buClr>
              <a:buSzPct val="100000"/>
              <a:buNone/>
            </a:pPr>
            <a:r>
              <a:rPr lang="en-US"/>
              <a:t>	….</a:t>
            </a:r>
            <a:endParaRPr/>
          </a:p>
          <a:p>
            <a:pPr marL="0" lvl="0" indent="0" algn="l" rtl="0">
              <a:lnSpc>
                <a:spcPct val="150000"/>
              </a:lnSpc>
              <a:spcBef>
                <a:spcPts val="1000"/>
              </a:spcBef>
              <a:spcAft>
                <a:spcPts val="0"/>
              </a:spcAft>
              <a:buClr>
                <a:schemeClr val="dk1"/>
              </a:buClr>
              <a:buSzPct val="100000"/>
              <a:buNone/>
            </a:pPr>
            <a:r>
              <a:rPr lang="en-US"/>
              <a:t>} else {</a:t>
            </a:r>
            <a:endParaRPr/>
          </a:p>
          <a:p>
            <a:pPr marL="0" lvl="0" indent="0" algn="l" rtl="0">
              <a:lnSpc>
                <a:spcPct val="150000"/>
              </a:lnSpc>
              <a:spcBef>
                <a:spcPts val="1000"/>
              </a:spcBef>
              <a:spcAft>
                <a:spcPts val="0"/>
              </a:spcAft>
              <a:buClr>
                <a:schemeClr val="dk1"/>
              </a:buClr>
              <a:buSzPct val="100000"/>
              <a:buNone/>
            </a:pPr>
            <a:r>
              <a:rPr lang="en-US"/>
              <a:t>	câu lệnh;</a:t>
            </a:r>
            <a:endParaRPr/>
          </a:p>
          <a:p>
            <a:pPr marL="0" lvl="0" indent="0" algn="l" rtl="0">
              <a:lnSpc>
                <a:spcPct val="150000"/>
              </a:lnSpc>
              <a:spcBef>
                <a:spcPts val="1000"/>
              </a:spcBef>
              <a:spcAft>
                <a:spcPts val="0"/>
              </a:spcAft>
              <a:buClr>
                <a:schemeClr val="dk1"/>
              </a:buClr>
              <a:buSzPct val="100000"/>
              <a:buNone/>
            </a:pPr>
            <a:r>
              <a:rPr lang="en-US"/>
              <a:t>	…</a:t>
            </a:r>
            <a:endParaRPr/>
          </a:p>
          <a:p>
            <a:pPr marL="0" lvl="0" indent="0" algn="l" rtl="0">
              <a:lnSpc>
                <a:spcPct val="150000"/>
              </a:lnSpc>
              <a:spcBef>
                <a:spcPts val="1000"/>
              </a:spcBef>
              <a:spcAft>
                <a:spcPts val="0"/>
              </a:spcAft>
              <a:buClr>
                <a:schemeClr val="dk1"/>
              </a:buClr>
              <a:buSzPct val="100000"/>
              <a:buNone/>
            </a:pPr>
            <a:r>
              <a:rPr lang="en-US"/>
              <a:t>}</a:t>
            </a:r>
            <a:endParaRPr/>
          </a:p>
        </p:txBody>
      </p:sp>
      <p:sp>
        <p:nvSpPr>
          <p:cNvPr id="271" name="Google Shape;27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29</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0"/>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lệnh điều khiển – if – else if – else </a:t>
            </a:r>
            <a:endParaRPr/>
          </a:p>
        </p:txBody>
      </p:sp>
      <p:sp>
        <p:nvSpPr>
          <p:cNvPr id="278" name="Google Shape;278;p30"/>
          <p:cNvSpPr txBox="1">
            <a:spLocks noGrp="1"/>
          </p:cNvSpPr>
          <p:nvPr>
            <p:ph type="body" idx="1"/>
          </p:nvPr>
        </p:nvSpPr>
        <p:spPr>
          <a:xfrm>
            <a:off x="228600" y="1066800"/>
            <a:ext cx="10668000" cy="4351338"/>
          </a:xfrm>
          <a:prstGeom prst="rect">
            <a:avLst/>
          </a:prstGeom>
          <a:noFill/>
          <a:ln>
            <a:noFill/>
          </a:ln>
        </p:spPr>
        <p:txBody>
          <a:bodyPr spcFirstLastPara="1" wrap="square" lIns="91425" tIns="45700" rIns="91425" bIns="45700" anchor="t" anchorCtr="0">
            <a:normAutofit fontScale="55000" lnSpcReduction="20000"/>
          </a:bodyPr>
          <a:lstStyle/>
          <a:p>
            <a:pPr marL="0" lvl="0" indent="0" algn="l" rtl="0">
              <a:lnSpc>
                <a:spcPct val="150000"/>
              </a:lnSpc>
              <a:spcBef>
                <a:spcPts val="0"/>
              </a:spcBef>
              <a:spcAft>
                <a:spcPts val="0"/>
              </a:spcAft>
              <a:buClr>
                <a:schemeClr val="dk1"/>
              </a:buClr>
              <a:buSzPct val="100000"/>
              <a:buNone/>
            </a:pPr>
            <a:r>
              <a:rPr lang="en-US"/>
              <a:t>if (điều kiện) {</a:t>
            </a:r>
            <a:endParaRPr/>
          </a:p>
          <a:p>
            <a:pPr marL="0" lvl="0" indent="0" algn="l" rtl="0">
              <a:lnSpc>
                <a:spcPct val="150000"/>
              </a:lnSpc>
              <a:spcBef>
                <a:spcPts val="1000"/>
              </a:spcBef>
              <a:spcAft>
                <a:spcPts val="0"/>
              </a:spcAft>
              <a:buClr>
                <a:schemeClr val="dk1"/>
              </a:buClr>
              <a:buSzPct val="100000"/>
              <a:buNone/>
            </a:pPr>
            <a:r>
              <a:rPr lang="en-US"/>
              <a:t>	câu lệnh;</a:t>
            </a:r>
            <a:endParaRPr/>
          </a:p>
          <a:p>
            <a:pPr marL="0" lvl="0" indent="0" algn="l" rtl="0">
              <a:lnSpc>
                <a:spcPct val="150000"/>
              </a:lnSpc>
              <a:spcBef>
                <a:spcPts val="1000"/>
              </a:spcBef>
              <a:spcAft>
                <a:spcPts val="0"/>
              </a:spcAft>
              <a:buClr>
                <a:schemeClr val="dk1"/>
              </a:buClr>
              <a:buSzPct val="100000"/>
              <a:buNone/>
            </a:pPr>
            <a:r>
              <a:rPr lang="en-US"/>
              <a:t>	….</a:t>
            </a:r>
            <a:endParaRPr/>
          </a:p>
          <a:p>
            <a:pPr marL="0" lvl="0" indent="0" algn="l" rtl="0">
              <a:lnSpc>
                <a:spcPct val="150000"/>
              </a:lnSpc>
              <a:spcBef>
                <a:spcPts val="1000"/>
              </a:spcBef>
              <a:spcAft>
                <a:spcPts val="0"/>
              </a:spcAft>
              <a:buClr>
                <a:schemeClr val="dk1"/>
              </a:buClr>
              <a:buSzPct val="100000"/>
              <a:buNone/>
            </a:pPr>
            <a:r>
              <a:rPr lang="en-US"/>
              <a:t>} else if (điều kiện) {</a:t>
            </a:r>
            <a:endParaRPr/>
          </a:p>
          <a:p>
            <a:pPr marL="0" lvl="0" indent="0" algn="l" rtl="0">
              <a:lnSpc>
                <a:spcPct val="150000"/>
              </a:lnSpc>
              <a:spcBef>
                <a:spcPts val="1000"/>
              </a:spcBef>
              <a:spcAft>
                <a:spcPts val="0"/>
              </a:spcAft>
              <a:buClr>
                <a:schemeClr val="dk1"/>
              </a:buClr>
              <a:buSzPct val="100000"/>
              <a:buNone/>
            </a:pPr>
            <a:r>
              <a:rPr lang="en-US"/>
              <a:t>	câu lệnh;</a:t>
            </a:r>
            <a:endParaRPr/>
          </a:p>
          <a:p>
            <a:pPr marL="0" lvl="0" indent="0" algn="l" rtl="0">
              <a:lnSpc>
                <a:spcPct val="150000"/>
              </a:lnSpc>
              <a:spcBef>
                <a:spcPts val="1000"/>
              </a:spcBef>
              <a:spcAft>
                <a:spcPts val="0"/>
              </a:spcAft>
              <a:buClr>
                <a:schemeClr val="dk1"/>
              </a:buClr>
              <a:buSzPct val="100000"/>
              <a:buNone/>
            </a:pPr>
            <a:r>
              <a:rPr lang="en-US"/>
              <a:t>	…</a:t>
            </a:r>
            <a:endParaRPr/>
          </a:p>
          <a:p>
            <a:pPr marL="0" lvl="0" indent="0" algn="l" rtl="0">
              <a:lnSpc>
                <a:spcPct val="150000"/>
              </a:lnSpc>
              <a:spcBef>
                <a:spcPts val="1000"/>
              </a:spcBef>
              <a:spcAft>
                <a:spcPts val="0"/>
              </a:spcAft>
              <a:buClr>
                <a:schemeClr val="dk1"/>
              </a:buClr>
              <a:buSzPct val="100000"/>
              <a:buNone/>
            </a:pPr>
            <a:r>
              <a:rPr lang="en-US"/>
              <a:t>} else {</a:t>
            </a:r>
            <a:endParaRPr/>
          </a:p>
          <a:p>
            <a:pPr marL="0" lvl="0" indent="0" algn="l" rtl="0">
              <a:lnSpc>
                <a:spcPct val="150000"/>
              </a:lnSpc>
              <a:spcBef>
                <a:spcPts val="1000"/>
              </a:spcBef>
              <a:spcAft>
                <a:spcPts val="0"/>
              </a:spcAft>
              <a:buClr>
                <a:schemeClr val="dk1"/>
              </a:buClr>
              <a:buSzPct val="100000"/>
              <a:buNone/>
            </a:pPr>
            <a:r>
              <a:rPr lang="en-US"/>
              <a:t>	câu lệnh;</a:t>
            </a:r>
            <a:endParaRPr/>
          </a:p>
          <a:p>
            <a:pPr marL="0" lvl="0" indent="0" algn="l" rtl="0">
              <a:lnSpc>
                <a:spcPct val="150000"/>
              </a:lnSpc>
              <a:spcBef>
                <a:spcPts val="1000"/>
              </a:spcBef>
              <a:spcAft>
                <a:spcPts val="0"/>
              </a:spcAft>
              <a:buClr>
                <a:schemeClr val="dk1"/>
              </a:buClr>
              <a:buSzPct val="100000"/>
              <a:buNone/>
            </a:pPr>
            <a:r>
              <a:rPr lang="en-US"/>
              <a:t>	…</a:t>
            </a:r>
            <a:endParaRPr/>
          </a:p>
          <a:p>
            <a:pPr marL="0" lvl="0" indent="0" algn="l" rtl="0">
              <a:lnSpc>
                <a:spcPct val="150000"/>
              </a:lnSpc>
              <a:spcBef>
                <a:spcPts val="1000"/>
              </a:spcBef>
              <a:spcAft>
                <a:spcPts val="0"/>
              </a:spcAft>
              <a:buClr>
                <a:schemeClr val="dk1"/>
              </a:buClr>
              <a:buSzPct val="100000"/>
              <a:buNone/>
            </a:pPr>
            <a:r>
              <a:rPr lang="en-US"/>
              <a:t>}</a:t>
            </a:r>
            <a:endParaRPr/>
          </a:p>
        </p:txBody>
      </p:sp>
      <p:sp>
        <p:nvSpPr>
          <p:cNvPr id="279" name="Google Shape;27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30</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1"/>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lệnh điều khiển – switch </a:t>
            </a:r>
            <a:endParaRPr/>
          </a:p>
        </p:txBody>
      </p:sp>
      <p:sp>
        <p:nvSpPr>
          <p:cNvPr id="286" name="Google Shape;286;p31"/>
          <p:cNvSpPr txBox="1">
            <a:spLocks noGrp="1"/>
          </p:cNvSpPr>
          <p:nvPr>
            <p:ph type="body" idx="1"/>
          </p:nvPr>
        </p:nvSpPr>
        <p:spPr>
          <a:xfrm>
            <a:off x="381000" y="914400"/>
            <a:ext cx="11049000" cy="54419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None/>
            </a:pPr>
            <a:r>
              <a:rPr lang="en-US" sz="1200"/>
              <a:t>switch (biểu-thức) {</a:t>
            </a:r>
            <a:endParaRPr/>
          </a:p>
          <a:p>
            <a:pPr marL="0" lvl="0" indent="0" algn="l" rtl="0">
              <a:lnSpc>
                <a:spcPct val="100000"/>
              </a:lnSpc>
              <a:spcBef>
                <a:spcPts val="1000"/>
              </a:spcBef>
              <a:spcAft>
                <a:spcPts val="0"/>
              </a:spcAft>
              <a:buClr>
                <a:schemeClr val="dk1"/>
              </a:buClr>
              <a:buSzPts val="1200"/>
              <a:buNone/>
            </a:pPr>
            <a:r>
              <a:rPr lang="en-US" sz="1200"/>
              <a:t>	case hằng-1:</a:t>
            </a:r>
            <a:endParaRPr/>
          </a:p>
          <a:p>
            <a:pPr marL="0" lvl="0" indent="0" algn="l" rtl="0">
              <a:lnSpc>
                <a:spcPct val="100000"/>
              </a:lnSpc>
              <a:spcBef>
                <a:spcPts val="1000"/>
              </a:spcBef>
              <a:spcAft>
                <a:spcPts val="0"/>
              </a:spcAft>
              <a:buClr>
                <a:schemeClr val="dk1"/>
              </a:buClr>
              <a:buSzPts val="1200"/>
              <a:buNone/>
            </a:pPr>
            <a:r>
              <a:rPr lang="en-US" sz="1200"/>
              <a:t>		câu lệnh;</a:t>
            </a:r>
            <a:endParaRPr/>
          </a:p>
          <a:p>
            <a:pPr marL="0" lvl="0" indent="0" algn="l" rtl="0">
              <a:lnSpc>
                <a:spcPct val="100000"/>
              </a:lnSpc>
              <a:spcBef>
                <a:spcPts val="1000"/>
              </a:spcBef>
              <a:spcAft>
                <a:spcPts val="0"/>
              </a:spcAft>
              <a:buClr>
                <a:schemeClr val="dk1"/>
              </a:buClr>
              <a:buSzPts val="1200"/>
              <a:buNone/>
            </a:pPr>
            <a:r>
              <a:rPr lang="en-US" sz="1200"/>
              <a:t>		break;</a:t>
            </a:r>
            <a:endParaRPr/>
          </a:p>
          <a:p>
            <a:pPr marL="0" lvl="0" indent="0" algn="l" rtl="0">
              <a:lnSpc>
                <a:spcPct val="100000"/>
              </a:lnSpc>
              <a:spcBef>
                <a:spcPts val="1000"/>
              </a:spcBef>
              <a:spcAft>
                <a:spcPts val="0"/>
              </a:spcAft>
              <a:buClr>
                <a:schemeClr val="dk1"/>
              </a:buClr>
              <a:buSzPts val="1200"/>
              <a:buNone/>
            </a:pPr>
            <a:r>
              <a:rPr lang="en-US" sz="1200"/>
              <a:t>	case hằng-2:</a:t>
            </a:r>
            <a:endParaRPr/>
          </a:p>
          <a:p>
            <a:pPr marL="0" lvl="0" indent="0" algn="l" rtl="0">
              <a:lnSpc>
                <a:spcPct val="100000"/>
              </a:lnSpc>
              <a:spcBef>
                <a:spcPts val="1000"/>
              </a:spcBef>
              <a:spcAft>
                <a:spcPts val="0"/>
              </a:spcAft>
              <a:buClr>
                <a:schemeClr val="dk1"/>
              </a:buClr>
              <a:buSzPts val="1200"/>
              <a:buNone/>
            </a:pPr>
            <a:r>
              <a:rPr lang="en-US" sz="1200"/>
              <a:t>		câu lệnh;</a:t>
            </a:r>
            <a:endParaRPr/>
          </a:p>
          <a:p>
            <a:pPr marL="0" lvl="0" indent="0" algn="l" rtl="0">
              <a:lnSpc>
                <a:spcPct val="100000"/>
              </a:lnSpc>
              <a:spcBef>
                <a:spcPts val="1000"/>
              </a:spcBef>
              <a:spcAft>
                <a:spcPts val="0"/>
              </a:spcAft>
              <a:buClr>
                <a:schemeClr val="dk1"/>
              </a:buClr>
              <a:buSzPts val="1200"/>
              <a:buNone/>
            </a:pPr>
            <a:r>
              <a:rPr lang="en-US" sz="1200"/>
              <a:t>		break;</a:t>
            </a:r>
            <a:endParaRPr/>
          </a:p>
          <a:p>
            <a:pPr marL="0" lvl="0" indent="0" algn="l" rtl="0">
              <a:lnSpc>
                <a:spcPct val="100000"/>
              </a:lnSpc>
              <a:spcBef>
                <a:spcPts val="1000"/>
              </a:spcBef>
              <a:spcAft>
                <a:spcPts val="0"/>
              </a:spcAft>
              <a:buClr>
                <a:schemeClr val="dk1"/>
              </a:buClr>
              <a:buSzPts val="1200"/>
              <a:buNone/>
            </a:pPr>
            <a:r>
              <a:rPr lang="en-US" sz="1200"/>
              <a:t>	…</a:t>
            </a:r>
            <a:endParaRPr/>
          </a:p>
          <a:p>
            <a:pPr marL="0" lvl="0" indent="0" algn="l" rtl="0">
              <a:lnSpc>
                <a:spcPct val="100000"/>
              </a:lnSpc>
              <a:spcBef>
                <a:spcPts val="1000"/>
              </a:spcBef>
              <a:spcAft>
                <a:spcPts val="0"/>
              </a:spcAft>
              <a:buClr>
                <a:schemeClr val="dk1"/>
              </a:buClr>
              <a:buSzPts val="1200"/>
              <a:buNone/>
            </a:pPr>
            <a:r>
              <a:rPr lang="en-US" sz="1200"/>
              <a:t>	default:</a:t>
            </a:r>
            <a:endParaRPr/>
          </a:p>
          <a:p>
            <a:pPr marL="0" lvl="0" indent="0" algn="l" rtl="0">
              <a:lnSpc>
                <a:spcPct val="100000"/>
              </a:lnSpc>
              <a:spcBef>
                <a:spcPts val="1000"/>
              </a:spcBef>
              <a:spcAft>
                <a:spcPts val="0"/>
              </a:spcAft>
              <a:buClr>
                <a:schemeClr val="dk1"/>
              </a:buClr>
              <a:buSzPts val="1200"/>
              <a:buNone/>
            </a:pPr>
            <a:r>
              <a:rPr lang="en-US" sz="1200"/>
              <a:t>		câu lệnh;</a:t>
            </a:r>
            <a:endParaRPr/>
          </a:p>
          <a:p>
            <a:pPr marL="0" lvl="0" indent="0" algn="l" rtl="0">
              <a:lnSpc>
                <a:spcPct val="100000"/>
              </a:lnSpc>
              <a:spcBef>
                <a:spcPts val="1000"/>
              </a:spcBef>
              <a:spcAft>
                <a:spcPts val="0"/>
              </a:spcAft>
              <a:buClr>
                <a:schemeClr val="dk1"/>
              </a:buClr>
              <a:buSzPts val="1200"/>
              <a:buNone/>
            </a:pPr>
            <a:r>
              <a:rPr lang="en-US" sz="1200"/>
              <a:t>}</a:t>
            </a:r>
            <a:endParaRPr/>
          </a:p>
          <a:p>
            <a:pPr marL="0" lvl="0" indent="0" algn="l" rtl="0">
              <a:lnSpc>
                <a:spcPct val="150000"/>
              </a:lnSpc>
              <a:spcBef>
                <a:spcPts val="1000"/>
              </a:spcBef>
              <a:spcAft>
                <a:spcPts val="0"/>
              </a:spcAft>
              <a:buClr>
                <a:schemeClr val="dk1"/>
              </a:buClr>
              <a:buSzPts val="1200"/>
              <a:buNone/>
            </a:pPr>
            <a:r>
              <a:rPr lang="en-US" sz="1200"/>
              <a:t>Note:</a:t>
            </a:r>
            <a:endParaRPr/>
          </a:p>
          <a:p>
            <a:pPr marL="228600" lvl="0" indent="-228600" algn="l" rtl="0">
              <a:lnSpc>
                <a:spcPct val="100000"/>
              </a:lnSpc>
              <a:spcBef>
                <a:spcPts val="1000"/>
              </a:spcBef>
              <a:spcAft>
                <a:spcPts val="0"/>
              </a:spcAft>
              <a:buClr>
                <a:schemeClr val="dk1"/>
              </a:buClr>
              <a:buSzPts val="1200"/>
              <a:buChar char="•"/>
            </a:pPr>
            <a:r>
              <a:rPr lang="en-US" sz="1200"/>
              <a:t>biểu-thức: phải thuộc kiểu dữ lieu byte, short, int, char, enum, String</a:t>
            </a:r>
            <a:endParaRPr/>
          </a:p>
          <a:p>
            <a:pPr marL="228600" lvl="0" indent="-228600" algn="l" rtl="0">
              <a:lnSpc>
                <a:spcPct val="100000"/>
              </a:lnSpc>
              <a:spcBef>
                <a:spcPts val="1000"/>
              </a:spcBef>
              <a:spcAft>
                <a:spcPts val="0"/>
              </a:spcAft>
              <a:buClr>
                <a:schemeClr val="dk1"/>
              </a:buClr>
              <a:buSzPts val="1200"/>
              <a:buChar char="•"/>
            </a:pPr>
            <a:r>
              <a:rPr lang="en-US" sz="1200"/>
              <a:t>Mỗi giá trị được chỉ định trong các câu lệnh </a:t>
            </a:r>
            <a:r>
              <a:rPr lang="en-US" sz="1200" b="1"/>
              <a:t>case</a:t>
            </a:r>
            <a:r>
              <a:rPr lang="en-US" sz="1200"/>
              <a:t> (hằng-1, hằng-2, …) phải là một biểu thức hằng duy nhất. Các giá trị case trùng lặp không đươc cho phép. Kiểu của mỗi giá trị phải tương thích với kiểu của biểu-thức</a:t>
            </a:r>
            <a:endParaRPr sz="1200"/>
          </a:p>
          <a:p>
            <a:pPr marL="228600" lvl="0" indent="-228600" algn="l" rtl="0">
              <a:lnSpc>
                <a:spcPct val="100000"/>
              </a:lnSpc>
              <a:spcBef>
                <a:spcPts val="1000"/>
              </a:spcBef>
              <a:spcAft>
                <a:spcPts val="0"/>
              </a:spcAft>
              <a:buClr>
                <a:schemeClr val="dk1"/>
              </a:buClr>
              <a:buSzPts val="1200"/>
              <a:buChar char="•"/>
            </a:pPr>
            <a:r>
              <a:rPr lang="en-US" sz="1200"/>
              <a:t>câu lệnh: có thể là câu lệnh đơn hoặc chuỗi câu lệnh</a:t>
            </a:r>
            <a:endParaRPr sz="1200"/>
          </a:p>
          <a:p>
            <a:pPr marL="228600" lvl="0" indent="-228600" algn="l" rtl="0">
              <a:lnSpc>
                <a:spcPct val="150000"/>
              </a:lnSpc>
              <a:spcBef>
                <a:spcPts val="1000"/>
              </a:spcBef>
              <a:spcAft>
                <a:spcPts val="0"/>
              </a:spcAft>
              <a:buClr>
                <a:schemeClr val="dk1"/>
              </a:buClr>
              <a:buSzPts val="1200"/>
              <a:buChar char="•"/>
            </a:pPr>
            <a:r>
              <a:rPr lang="en-US" sz="1200"/>
              <a:t>Chuỗi các câu lệnh của mệnh đề </a:t>
            </a:r>
            <a:r>
              <a:rPr lang="en-US" sz="1200" b="1"/>
              <a:t>default </a:t>
            </a:r>
            <a:r>
              <a:rPr lang="en-US" sz="1200"/>
              <a:t>được thực thi nếu không có hằng </a:t>
            </a:r>
            <a:r>
              <a:rPr lang="en-US" sz="1200" b="1"/>
              <a:t>case </a:t>
            </a:r>
            <a:r>
              <a:rPr lang="en-US" sz="1200"/>
              <a:t>nào trùng khớp với biểu thức. Mện đề default không bắt buộc</a:t>
            </a:r>
            <a:endParaRPr sz="1200"/>
          </a:p>
          <a:p>
            <a:pPr marL="0" lvl="0" indent="0" algn="l" rtl="0">
              <a:lnSpc>
                <a:spcPct val="150000"/>
              </a:lnSpc>
              <a:spcBef>
                <a:spcPts val="1000"/>
              </a:spcBef>
              <a:spcAft>
                <a:spcPts val="0"/>
              </a:spcAft>
              <a:buClr>
                <a:schemeClr val="dk1"/>
              </a:buClr>
              <a:buSzPts val="1200"/>
              <a:buNone/>
            </a:pPr>
            <a:endParaRPr sz="1200"/>
          </a:p>
        </p:txBody>
      </p:sp>
      <p:sp>
        <p:nvSpPr>
          <p:cNvPr id="287" name="Google Shape;28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31</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2"/>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lệnh điều khiển – for </a:t>
            </a:r>
            <a:endParaRPr/>
          </a:p>
        </p:txBody>
      </p:sp>
      <p:sp>
        <p:nvSpPr>
          <p:cNvPr id="294" name="Google Shape;294;p32"/>
          <p:cNvSpPr txBox="1">
            <a:spLocks noGrp="1"/>
          </p:cNvSpPr>
          <p:nvPr>
            <p:ph type="body" idx="1"/>
          </p:nvPr>
        </p:nvSpPr>
        <p:spPr>
          <a:xfrm>
            <a:off x="381000" y="990600"/>
            <a:ext cx="10515600" cy="52578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800"/>
              <a:buNone/>
            </a:pPr>
            <a:r>
              <a:rPr lang="en-US" sz="1800"/>
              <a:t>for(giá-trị-khởi-tạo; điều-kiện; bước-lặp) {</a:t>
            </a:r>
            <a:endParaRPr/>
          </a:p>
          <a:p>
            <a:pPr marL="0" lvl="0" indent="0" algn="l" rtl="0">
              <a:lnSpc>
                <a:spcPct val="150000"/>
              </a:lnSpc>
              <a:spcBef>
                <a:spcPts val="1000"/>
              </a:spcBef>
              <a:spcAft>
                <a:spcPts val="0"/>
              </a:spcAft>
              <a:buClr>
                <a:schemeClr val="dk1"/>
              </a:buClr>
              <a:buSzPts val="1800"/>
              <a:buNone/>
            </a:pPr>
            <a:r>
              <a:rPr lang="en-US" sz="1800"/>
              <a:t>	câu lệnh;</a:t>
            </a:r>
            <a:endParaRPr/>
          </a:p>
          <a:p>
            <a:pPr marL="0" lvl="0" indent="0" algn="l" rtl="0">
              <a:lnSpc>
                <a:spcPct val="150000"/>
              </a:lnSpc>
              <a:spcBef>
                <a:spcPts val="1000"/>
              </a:spcBef>
              <a:spcAft>
                <a:spcPts val="0"/>
              </a:spcAft>
              <a:buClr>
                <a:schemeClr val="dk1"/>
              </a:buClr>
              <a:buSzPts val="1800"/>
              <a:buNone/>
            </a:pPr>
            <a:r>
              <a:rPr lang="en-US" sz="1800"/>
              <a:t>}</a:t>
            </a:r>
            <a:endParaRPr/>
          </a:p>
          <a:p>
            <a:pPr marL="0" lvl="0" indent="0" algn="l" rtl="0">
              <a:lnSpc>
                <a:spcPct val="150000"/>
              </a:lnSpc>
              <a:spcBef>
                <a:spcPts val="1000"/>
              </a:spcBef>
              <a:spcAft>
                <a:spcPts val="0"/>
              </a:spcAft>
              <a:buClr>
                <a:schemeClr val="dk1"/>
              </a:buClr>
              <a:buSzPts val="1800"/>
              <a:buNone/>
            </a:pPr>
            <a:r>
              <a:rPr lang="en-US" sz="1800"/>
              <a:t>Note</a:t>
            </a:r>
            <a:endParaRPr/>
          </a:p>
          <a:p>
            <a:pPr marL="228600" lvl="0" indent="-228600" algn="l" rtl="0">
              <a:lnSpc>
                <a:spcPct val="150000"/>
              </a:lnSpc>
              <a:spcBef>
                <a:spcPts val="1000"/>
              </a:spcBef>
              <a:spcAft>
                <a:spcPts val="0"/>
              </a:spcAft>
              <a:buClr>
                <a:schemeClr val="dk1"/>
              </a:buClr>
              <a:buSzPts val="1800"/>
              <a:buChar char="•"/>
            </a:pPr>
            <a:r>
              <a:rPr lang="en-US" sz="1800"/>
              <a:t>giá-trị-khởi-tạo: là một câu lệnh gán thiết lập giá trị ban đầu cho biến điều khiển vòng lặp và hoạt động như một bộ đếm điều khiển vòng lặp</a:t>
            </a:r>
            <a:endParaRPr sz="1800"/>
          </a:p>
          <a:p>
            <a:pPr marL="228600" lvl="0" indent="-228600" algn="l" rtl="0">
              <a:lnSpc>
                <a:spcPct val="150000"/>
              </a:lnSpc>
              <a:spcBef>
                <a:spcPts val="1000"/>
              </a:spcBef>
              <a:spcAft>
                <a:spcPts val="0"/>
              </a:spcAft>
              <a:buClr>
                <a:schemeClr val="dk1"/>
              </a:buClr>
              <a:buSzPts val="1800"/>
              <a:buChar char="•"/>
            </a:pPr>
            <a:r>
              <a:rPr lang="en-US" sz="1800"/>
              <a:t>điều-kiện: là một biểu thức Boolean quyết định vòng lặp được lặp lại hay không</a:t>
            </a:r>
            <a:endParaRPr sz="1800"/>
          </a:p>
          <a:p>
            <a:pPr marL="228600" lvl="0" indent="-228600" algn="l" rtl="0">
              <a:lnSpc>
                <a:spcPct val="150000"/>
              </a:lnSpc>
              <a:spcBef>
                <a:spcPts val="1000"/>
              </a:spcBef>
              <a:spcAft>
                <a:spcPts val="0"/>
              </a:spcAft>
              <a:buClr>
                <a:schemeClr val="dk1"/>
              </a:buClr>
              <a:buSzPts val="1800"/>
              <a:buChar char="•"/>
            </a:pPr>
            <a:r>
              <a:rPr lang="en-US" sz="1800"/>
              <a:t>bước-lặp: định nghĩa thay đổi của biến điều khiển vòng lặp mỗi lần vòng lặp được thực thi lại</a:t>
            </a:r>
            <a:endParaRPr sz="1800"/>
          </a:p>
          <a:p>
            <a:pPr marL="228600" lvl="0" indent="-228600" algn="l" rtl="0">
              <a:lnSpc>
                <a:spcPct val="150000"/>
              </a:lnSpc>
              <a:spcBef>
                <a:spcPts val="1000"/>
              </a:spcBef>
              <a:spcAft>
                <a:spcPts val="0"/>
              </a:spcAft>
              <a:buClr>
                <a:schemeClr val="dk1"/>
              </a:buClr>
              <a:buSzPts val="1800"/>
              <a:buChar char="•"/>
            </a:pPr>
            <a:r>
              <a:rPr lang="en-US" sz="1800"/>
              <a:t>câu lệnh: có thể là một câu lệnh đơn hoặc một khối các câu lệnh</a:t>
            </a:r>
            <a:endParaRPr sz="1800"/>
          </a:p>
        </p:txBody>
      </p:sp>
      <p:sp>
        <p:nvSpPr>
          <p:cNvPr id="295" name="Google Shape;295;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32</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3"/>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lệnh điều khiển – while </a:t>
            </a:r>
            <a:endParaRPr/>
          </a:p>
        </p:txBody>
      </p:sp>
      <p:sp>
        <p:nvSpPr>
          <p:cNvPr id="302" name="Google Shape;302;p33"/>
          <p:cNvSpPr txBox="1">
            <a:spLocks noGrp="1"/>
          </p:cNvSpPr>
          <p:nvPr>
            <p:ph type="body" idx="1"/>
          </p:nvPr>
        </p:nvSpPr>
        <p:spPr>
          <a:xfrm>
            <a:off x="381000" y="1066800"/>
            <a:ext cx="10515600" cy="51816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2000"/>
              <a:buNone/>
            </a:pPr>
            <a:r>
              <a:rPr lang="en-US" sz="2000"/>
              <a:t>while (điều-kiện) {</a:t>
            </a:r>
            <a:endParaRPr/>
          </a:p>
          <a:p>
            <a:pPr marL="0" lvl="0" indent="0" algn="just" rtl="0">
              <a:lnSpc>
                <a:spcPct val="150000"/>
              </a:lnSpc>
              <a:spcBef>
                <a:spcPts val="1000"/>
              </a:spcBef>
              <a:spcAft>
                <a:spcPts val="0"/>
              </a:spcAft>
              <a:buClr>
                <a:schemeClr val="dk1"/>
              </a:buClr>
              <a:buSzPts val="2000"/>
              <a:buNone/>
            </a:pPr>
            <a:r>
              <a:rPr lang="en-US" sz="2000"/>
              <a:t>	câu lệnh;</a:t>
            </a:r>
            <a:endParaRPr/>
          </a:p>
          <a:p>
            <a:pPr marL="0" lvl="0" indent="0" algn="just" rtl="0">
              <a:lnSpc>
                <a:spcPct val="150000"/>
              </a:lnSpc>
              <a:spcBef>
                <a:spcPts val="1000"/>
              </a:spcBef>
              <a:spcAft>
                <a:spcPts val="0"/>
              </a:spcAft>
              <a:buClr>
                <a:schemeClr val="dk1"/>
              </a:buClr>
              <a:buSzPts val="2000"/>
              <a:buNone/>
            </a:pPr>
            <a:r>
              <a:rPr lang="en-US" sz="2000"/>
              <a:t>}</a:t>
            </a:r>
            <a:endParaRPr/>
          </a:p>
          <a:p>
            <a:pPr marL="0" lvl="0" indent="0" algn="just" rtl="0">
              <a:lnSpc>
                <a:spcPct val="150000"/>
              </a:lnSpc>
              <a:spcBef>
                <a:spcPts val="1000"/>
              </a:spcBef>
              <a:spcAft>
                <a:spcPts val="0"/>
              </a:spcAft>
              <a:buClr>
                <a:schemeClr val="dk1"/>
              </a:buClr>
              <a:buSzPts val="2000"/>
              <a:buNone/>
            </a:pPr>
            <a:r>
              <a:rPr lang="en-US" sz="2000"/>
              <a:t>Note:</a:t>
            </a:r>
            <a:endParaRPr/>
          </a:p>
          <a:p>
            <a:pPr marL="228600" lvl="0" indent="-228600" algn="just" rtl="0">
              <a:lnSpc>
                <a:spcPct val="150000"/>
              </a:lnSpc>
              <a:spcBef>
                <a:spcPts val="1000"/>
              </a:spcBef>
              <a:spcAft>
                <a:spcPts val="0"/>
              </a:spcAft>
              <a:buClr>
                <a:schemeClr val="dk1"/>
              </a:buClr>
              <a:buSzPts val="2000"/>
              <a:buChar char="•"/>
            </a:pPr>
            <a:r>
              <a:rPr lang="en-US" sz="2000"/>
              <a:t>điều-kiện: định nghĩa điều kiện điều khiển vòng lặp. Điều kiện có thể là mọi biểu thức Boolean hợp lệ. Vòng lặp tiếp tục thực thi khi điều kiện còn đúng. Khi điều kiện trở thành sai, chương trình chuyển sự thực thi tới dòng lệnh ngay phía sau vòng lặp</a:t>
            </a:r>
            <a:endParaRPr sz="2000"/>
          </a:p>
          <a:p>
            <a:pPr marL="228600" lvl="0" indent="-228600" algn="just" rtl="0">
              <a:lnSpc>
                <a:spcPct val="150000"/>
              </a:lnSpc>
              <a:spcBef>
                <a:spcPts val="1000"/>
              </a:spcBef>
              <a:spcAft>
                <a:spcPts val="0"/>
              </a:spcAft>
              <a:buClr>
                <a:schemeClr val="dk1"/>
              </a:buClr>
              <a:buSzPts val="2000"/>
              <a:buChar char="•"/>
            </a:pPr>
            <a:r>
              <a:rPr lang="en-US" sz="2000"/>
              <a:t>câu lệnh: có thể là một câu lệnh đơn hoặc một khối các câu lệnh</a:t>
            </a:r>
            <a:endParaRPr sz="2000"/>
          </a:p>
          <a:p>
            <a:pPr marL="228600" lvl="0" indent="-101600" algn="just" rtl="0">
              <a:lnSpc>
                <a:spcPct val="150000"/>
              </a:lnSpc>
              <a:spcBef>
                <a:spcPts val="1000"/>
              </a:spcBef>
              <a:spcAft>
                <a:spcPts val="0"/>
              </a:spcAft>
              <a:buClr>
                <a:schemeClr val="dk1"/>
              </a:buClr>
              <a:buSzPts val="2000"/>
              <a:buNone/>
            </a:pPr>
            <a:endParaRPr sz="2000"/>
          </a:p>
        </p:txBody>
      </p:sp>
      <p:sp>
        <p:nvSpPr>
          <p:cNvPr id="303" name="Google Shape;30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33</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lệnh điều khiển – do – while  </a:t>
            </a:r>
            <a:endParaRPr/>
          </a:p>
        </p:txBody>
      </p:sp>
      <p:sp>
        <p:nvSpPr>
          <p:cNvPr id="310" name="Google Shape;310;p34"/>
          <p:cNvSpPr txBox="1">
            <a:spLocks noGrp="1"/>
          </p:cNvSpPr>
          <p:nvPr>
            <p:ph type="body" idx="1"/>
          </p:nvPr>
        </p:nvSpPr>
        <p:spPr>
          <a:xfrm>
            <a:off x="381000" y="1066800"/>
            <a:ext cx="10515600" cy="51816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2000"/>
              <a:buNone/>
            </a:pPr>
            <a:r>
              <a:rPr lang="en-US" sz="2000"/>
              <a:t>do {</a:t>
            </a:r>
            <a:endParaRPr/>
          </a:p>
          <a:p>
            <a:pPr marL="0" lvl="0" indent="0" algn="just" rtl="0">
              <a:lnSpc>
                <a:spcPct val="150000"/>
              </a:lnSpc>
              <a:spcBef>
                <a:spcPts val="1000"/>
              </a:spcBef>
              <a:spcAft>
                <a:spcPts val="0"/>
              </a:spcAft>
              <a:buClr>
                <a:schemeClr val="dk1"/>
              </a:buClr>
              <a:buSzPts val="2000"/>
              <a:buNone/>
            </a:pPr>
            <a:r>
              <a:rPr lang="en-US" sz="2000"/>
              <a:t>	câu lệnh;</a:t>
            </a:r>
            <a:endParaRPr/>
          </a:p>
          <a:p>
            <a:pPr marL="0" lvl="0" indent="0" algn="just" rtl="0">
              <a:lnSpc>
                <a:spcPct val="150000"/>
              </a:lnSpc>
              <a:spcBef>
                <a:spcPts val="1000"/>
              </a:spcBef>
              <a:spcAft>
                <a:spcPts val="0"/>
              </a:spcAft>
              <a:buClr>
                <a:schemeClr val="dk1"/>
              </a:buClr>
              <a:buSzPts val="2000"/>
              <a:buNone/>
            </a:pPr>
            <a:r>
              <a:rPr lang="en-US" sz="2000"/>
              <a:t>} while (điều-kiện) </a:t>
            </a:r>
            <a:endParaRPr/>
          </a:p>
          <a:p>
            <a:pPr marL="0" lvl="0" indent="0" algn="just" rtl="0">
              <a:lnSpc>
                <a:spcPct val="150000"/>
              </a:lnSpc>
              <a:spcBef>
                <a:spcPts val="1000"/>
              </a:spcBef>
              <a:spcAft>
                <a:spcPts val="0"/>
              </a:spcAft>
              <a:buClr>
                <a:schemeClr val="dk1"/>
              </a:buClr>
              <a:buSzPts val="2000"/>
              <a:buNone/>
            </a:pPr>
            <a:r>
              <a:rPr lang="en-US" sz="2000"/>
              <a:t>Note:</a:t>
            </a:r>
            <a:endParaRPr/>
          </a:p>
          <a:p>
            <a:pPr marL="228600" lvl="0" indent="-228600" algn="just" rtl="0">
              <a:lnSpc>
                <a:spcPct val="150000"/>
              </a:lnSpc>
              <a:spcBef>
                <a:spcPts val="1000"/>
              </a:spcBef>
              <a:spcAft>
                <a:spcPts val="0"/>
              </a:spcAft>
              <a:buClr>
                <a:schemeClr val="dk1"/>
              </a:buClr>
              <a:buSzPts val="2000"/>
              <a:buChar char="•"/>
            </a:pPr>
            <a:r>
              <a:rPr lang="en-US" sz="2000"/>
              <a:t>điều-kiện: định nghĩa điều kiện điều khiển vòng lặp. Điều kiện có thể là mọi biểu thức Boolean hợp lệ. Vòng lặp tiếp tục thực thi khi điều kiện còn đúng. Khi điều kiện trở thành sai, chương trình chuyển sự thực thi tới dòng lệnh ngay phía sau vòng lặp</a:t>
            </a:r>
            <a:endParaRPr sz="2000"/>
          </a:p>
          <a:p>
            <a:pPr marL="228600" lvl="0" indent="-228600" algn="just" rtl="0">
              <a:lnSpc>
                <a:spcPct val="150000"/>
              </a:lnSpc>
              <a:spcBef>
                <a:spcPts val="1000"/>
              </a:spcBef>
              <a:spcAft>
                <a:spcPts val="0"/>
              </a:spcAft>
              <a:buClr>
                <a:schemeClr val="dk1"/>
              </a:buClr>
              <a:buSzPts val="2000"/>
              <a:buChar char="•"/>
            </a:pPr>
            <a:r>
              <a:rPr lang="en-US" sz="2000"/>
              <a:t>câu lệnh: có thể là một câu lệnh đơn hoặc một khối các câu lệnh</a:t>
            </a:r>
            <a:endParaRPr sz="2000"/>
          </a:p>
          <a:p>
            <a:pPr marL="228600" lvl="0" indent="-101600" algn="just" rtl="0">
              <a:lnSpc>
                <a:spcPct val="150000"/>
              </a:lnSpc>
              <a:spcBef>
                <a:spcPts val="1000"/>
              </a:spcBef>
              <a:spcAft>
                <a:spcPts val="0"/>
              </a:spcAft>
              <a:buClr>
                <a:schemeClr val="dk1"/>
              </a:buClr>
              <a:buSzPts val="2000"/>
              <a:buNone/>
            </a:pPr>
            <a:endParaRPr sz="2000"/>
          </a:p>
        </p:txBody>
      </p:sp>
      <p:sp>
        <p:nvSpPr>
          <p:cNvPr id="311" name="Google Shape;311;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34</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5"/>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lênh break</a:t>
            </a:r>
            <a:endParaRPr/>
          </a:p>
        </p:txBody>
      </p:sp>
      <p:sp>
        <p:nvSpPr>
          <p:cNvPr id="318" name="Google Shape;318;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35</a:t>
            </a:fld>
            <a:endParaRPr sz="1400" b="0" i="0" u="none" strike="noStrike" cap="none">
              <a:solidFill>
                <a:schemeClr val="dk1"/>
              </a:solidFill>
              <a:latin typeface="Tahoma"/>
              <a:ea typeface="Tahoma"/>
              <a:cs typeface="Tahoma"/>
              <a:sym typeface="Tahoma"/>
            </a:endParaRPr>
          </a:p>
        </p:txBody>
      </p:sp>
      <p:sp>
        <p:nvSpPr>
          <p:cNvPr id="319" name="Google Shape;319;p35"/>
          <p:cNvSpPr txBox="1">
            <a:spLocks noGrp="1"/>
          </p:cNvSpPr>
          <p:nvPr>
            <p:ph type="body" idx="2"/>
          </p:nvPr>
        </p:nvSpPr>
        <p:spPr>
          <a:xfrm>
            <a:off x="518652" y="838200"/>
            <a:ext cx="10363200" cy="53340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a:t>Có thể buộc một vòng lặp kết thúc ngay lập tức, bỏ qua toàn bộ đoạn mã còn lại trong thân vòng lặp và việc kiểm tra điều kiện, bằng cách sử dụng câu lệnh break. Khi gặp một lệnh break bên trong vòng lặp, vòng lặp kết thúc và chương trình bắt đầu thực thi tại câu lệnh tiếp theo phía sau vòng lặp</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6"/>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lệnh continue</a:t>
            </a:r>
            <a:endParaRPr/>
          </a:p>
        </p:txBody>
      </p:sp>
      <p:sp>
        <p:nvSpPr>
          <p:cNvPr id="326" name="Google Shape;326;p36"/>
          <p:cNvSpPr txBox="1">
            <a:spLocks noGrp="1"/>
          </p:cNvSpPr>
          <p:nvPr>
            <p:ph type="body" idx="1"/>
          </p:nvPr>
        </p:nvSpPr>
        <p:spPr>
          <a:xfrm>
            <a:off x="381000" y="990600"/>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50000"/>
              </a:lnSpc>
              <a:spcBef>
                <a:spcPts val="0"/>
              </a:spcBef>
              <a:spcAft>
                <a:spcPts val="0"/>
              </a:spcAft>
              <a:buClr>
                <a:schemeClr val="dk1"/>
              </a:buClr>
              <a:buSzPts val="2800"/>
              <a:buChar char="•"/>
            </a:pPr>
            <a:r>
              <a:rPr lang="en-US"/>
              <a:t>Có thể ép buộc một lần lặp xảy ra sớm, bỏ qua cấu trúc điều khiển lặp bình thường. Việc này được thực hiện nhờ sử dụng câu lệnh continue. Câu lệnh continue ép buộc thực thi lần lặp tiếp theo của vòng lặp, bỏ qua toàn bộ đoạn mã nằm giữa lệnh continue và biểu thức điều kiện điều khiển vòng lặp. Vì vậy về cơ bản, continue là lệnh bổ sung cho lệnh break</a:t>
            </a:r>
            <a:endParaRPr/>
          </a:p>
        </p:txBody>
      </p:sp>
      <p:sp>
        <p:nvSpPr>
          <p:cNvPr id="327" name="Google Shape;327;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36</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7"/>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Lớp - class</a:t>
            </a:r>
            <a:endParaRPr/>
          </a:p>
        </p:txBody>
      </p:sp>
      <p:sp>
        <p:nvSpPr>
          <p:cNvPr id="334" name="Google Shape;334;p37"/>
          <p:cNvSpPr txBox="1">
            <a:spLocks noGrp="1"/>
          </p:cNvSpPr>
          <p:nvPr>
            <p:ph type="body" idx="1"/>
          </p:nvPr>
        </p:nvSpPr>
        <p:spPr>
          <a:xfrm>
            <a:off x="381000" y="952500"/>
            <a:ext cx="11110913" cy="4953000"/>
          </a:xfrm>
          <a:prstGeom prst="rect">
            <a:avLst/>
          </a:prstGeom>
          <a:noFill/>
          <a:ln>
            <a:noFill/>
          </a:ln>
        </p:spPr>
        <p:txBody>
          <a:bodyPr spcFirstLastPara="1" wrap="square" lIns="91425" tIns="45700" rIns="91425" bIns="45700" anchor="t" anchorCtr="0">
            <a:normAutofit/>
          </a:bodyPr>
          <a:lstStyle/>
          <a:p>
            <a:pPr marL="228600" lvl="0" indent="-228600" algn="l" rtl="0">
              <a:lnSpc>
                <a:spcPct val="150000"/>
              </a:lnSpc>
              <a:spcBef>
                <a:spcPts val="0"/>
              </a:spcBef>
              <a:spcAft>
                <a:spcPts val="0"/>
              </a:spcAft>
              <a:buClr>
                <a:schemeClr val="dk1"/>
              </a:buClr>
              <a:buSzPts val="2800"/>
              <a:buChar char="•"/>
            </a:pPr>
            <a:r>
              <a:rPr lang="en-US"/>
              <a:t>Lớp là một khuôn mẫu định nghĩa dạng của một đối tượng. Lớp chỉ ra cả dữ lieu và mã sẽ thao tác trên dữ liệu đó.</a:t>
            </a:r>
            <a:endParaRPr/>
          </a:p>
          <a:p>
            <a:pPr marL="228600" lvl="0" indent="-228600" algn="l" rtl="0">
              <a:lnSpc>
                <a:spcPct val="150000"/>
              </a:lnSpc>
              <a:spcBef>
                <a:spcPts val="1000"/>
              </a:spcBef>
              <a:spcAft>
                <a:spcPts val="0"/>
              </a:spcAft>
              <a:buClr>
                <a:schemeClr val="dk1"/>
              </a:buClr>
              <a:buSzPts val="2800"/>
              <a:buChar char="•"/>
            </a:pPr>
            <a:r>
              <a:rPr lang="en-US"/>
              <a:t>Java sử dụng đặc tả lớp để xây dung các đối tượng (object). Đối tượng là thể hiện (instance) của một lớp. Vì vậy, về bản chất lớp là một bản thiết kế chỉ rõ cách xây dựng một đối tượng</a:t>
            </a:r>
            <a:endParaRPr/>
          </a:p>
        </p:txBody>
      </p:sp>
      <p:sp>
        <p:nvSpPr>
          <p:cNvPr id="335" name="Google Shape;335;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37</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8"/>
          <p:cNvSpPr txBox="1">
            <a:spLocks noGrp="1"/>
          </p:cNvSpPr>
          <p:nvPr>
            <p:ph type="title"/>
          </p:nvPr>
        </p:nvSpPr>
        <p:spPr>
          <a:xfrm>
            <a:off x="304800" y="136525"/>
            <a:ext cx="10390188" cy="63658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Dạng tổng quát của lớp</a:t>
            </a:r>
            <a:endParaRPr/>
          </a:p>
        </p:txBody>
      </p:sp>
      <p:sp>
        <p:nvSpPr>
          <p:cNvPr id="342" name="Google Shape;342;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38</a:t>
            </a:fld>
            <a:endParaRPr sz="1400" b="0" i="0" u="none" strike="noStrike" cap="none">
              <a:solidFill>
                <a:schemeClr val="dk1"/>
              </a:solidFill>
              <a:latin typeface="Tahoma"/>
              <a:ea typeface="Tahoma"/>
              <a:cs typeface="Tahoma"/>
              <a:sym typeface="Tahoma"/>
            </a:endParaRPr>
          </a:p>
        </p:txBody>
      </p:sp>
      <p:sp>
        <p:nvSpPr>
          <p:cNvPr id="343" name="Google Shape;343;p38"/>
          <p:cNvSpPr txBox="1">
            <a:spLocks noGrp="1"/>
          </p:cNvSpPr>
          <p:nvPr>
            <p:ph type="body" idx="2"/>
          </p:nvPr>
        </p:nvSpPr>
        <p:spPr>
          <a:xfrm>
            <a:off x="314011" y="817306"/>
            <a:ext cx="10744200" cy="553904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None/>
            </a:pPr>
            <a:r>
              <a:rPr lang="en-US" sz="1100"/>
              <a:t>class tên-lớp {</a:t>
            </a:r>
            <a:endParaRPr/>
          </a:p>
          <a:p>
            <a:pPr marL="0" lvl="0" indent="0" algn="l" rtl="0">
              <a:lnSpc>
                <a:spcPct val="100000"/>
              </a:lnSpc>
              <a:spcBef>
                <a:spcPts val="1000"/>
              </a:spcBef>
              <a:spcAft>
                <a:spcPts val="0"/>
              </a:spcAft>
              <a:buClr>
                <a:schemeClr val="dk1"/>
              </a:buClr>
              <a:buSzPts val="1100"/>
              <a:buNone/>
            </a:pPr>
            <a:r>
              <a:rPr lang="en-US" sz="1100"/>
              <a:t>	//khai báo các biến thể hiện</a:t>
            </a:r>
            <a:endParaRPr/>
          </a:p>
          <a:p>
            <a:pPr marL="0" lvl="0" indent="0" algn="l" rtl="0">
              <a:lnSpc>
                <a:spcPct val="100000"/>
              </a:lnSpc>
              <a:spcBef>
                <a:spcPts val="1000"/>
              </a:spcBef>
              <a:spcAft>
                <a:spcPts val="0"/>
              </a:spcAft>
              <a:buClr>
                <a:schemeClr val="dk1"/>
              </a:buClr>
              <a:buSzPts val="1100"/>
              <a:buNone/>
            </a:pPr>
            <a:r>
              <a:rPr lang="en-US" sz="1100"/>
              <a:t>	kiểu biến1;</a:t>
            </a:r>
            <a:endParaRPr/>
          </a:p>
          <a:p>
            <a:pPr marL="0" lvl="0" indent="0" algn="l" rtl="0">
              <a:lnSpc>
                <a:spcPct val="100000"/>
              </a:lnSpc>
              <a:spcBef>
                <a:spcPts val="1000"/>
              </a:spcBef>
              <a:spcAft>
                <a:spcPts val="0"/>
              </a:spcAft>
              <a:buClr>
                <a:schemeClr val="dk1"/>
              </a:buClr>
              <a:buSzPts val="1100"/>
              <a:buNone/>
            </a:pPr>
            <a:r>
              <a:rPr lang="en-US" sz="1100"/>
              <a:t>	kiểu biến2;</a:t>
            </a:r>
            <a:endParaRPr/>
          </a:p>
          <a:p>
            <a:pPr marL="0" lvl="0" indent="0" algn="l" rtl="0">
              <a:lnSpc>
                <a:spcPct val="100000"/>
              </a:lnSpc>
              <a:spcBef>
                <a:spcPts val="1000"/>
              </a:spcBef>
              <a:spcAft>
                <a:spcPts val="0"/>
              </a:spcAft>
              <a:buClr>
                <a:schemeClr val="dk1"/>
              </a:buClr>
              <a:buSzPts val="1100"/>
              <a:buNone/>
            </a:pPr>
            <a:r>
              <a:rPr lang="en-US" sz="1100"/>
              <a:t>	…</a:t>
            </a:r>
            <a:endParaRPr/>
          </a:p>
          <a:p>
            <a:pPr marL="0" lvl="0" indent="0" algn="l" rtl="0">
              <a:lnSpc>
                <a:spcPct val="100000"/>
              </a:lnSpc>
              <a:spcBef>
                <a:spcPts val="1000"/>
              </a:spcBef>
              <a:spcAft>
                <a:spcPts val="0"/>
              </a:spcAft>
              <a:buClr>
                <a:schemeClr val="dk1"/>
              </a:buClr>
              <a:buSzPts val="1100"/>
              <a:buNone/>
            </a:pPr>
            <a:r>
              <a:rPr lang="en-US" sz="1100"/>
              <a:t>	kiểu biếnN;</a:t>
            </a:r>
            <a:endParaRPr/>
          </a:p>
          <a:p>
            <a:pPr marL="0" lvl="0" indent="0" algn="l" rtl="0">
              <a:lnSpc>
                <a:spcPct val="100000"/>
              </a:lnSpc>
              <a:spcBef>
                <a:spcPts val="1000"/>
              </a:spcBef>
              <a:spcAft>
                <a:spcPts val="0"/>
              </a:spcAft>
              <a:buClr>
                <a:schemeClr val="dk1"/>
              </a:buClr>
              <a:buSzPts val="1100"/>
              <a:buNone/>
            </a:pPr>
            <a:endParaRPr sz="1100"/>
          </a:p>
          <a:p>
            <a:pPr marL="0" lvl="0" indent="0" algn="l" rtl="0">
              <a:lnSpc>
                <a:spcPct val="100000"/>
              </a:lnSpc>
              <a:spcBef>
                <a:spcPts val="1000"/>
              </a:spcBef>
              <a:spcAft>
                <a:spcPts val="0"/>
              </a:spcAft>
              <a:buClr>
                <a:schemeClr val="dk1"/>
              </a:buClr>
              <a:buSzPts val="1100"/>
              <a:buNone/>
            </a:pPr>
            <a:r>
              <a:rPr lang="en-US" sz="1100"/>
              <a:t>	//khai báo các phương thức</a:t>
            </a:r>
            <a:endParaRPr/>
          </a:p>
          <a:p>
            <a:pPr marL="0" lvl="0" indent="0" algn="l" rtl="0">
              <a:lnSpc>
                <a:spcPct val="100000"/>
              </a:lnSpc>
              <a:spcBef>
                <a:spcPts val="1000"/>
              </a:spcBef>
              <a:spcAft>
                <a:spcPts val="0"/>
              </a:spcAft>
              <a:buClr>
                <a:schemeClr val="dk1"/>
              </a:buClr>
              <a:buSzPts val="1100"/>
              <a:buNone/>
            </a:pPr>
            <a:r>
              <a:rPr lang="en-US" sz="1100"/>
              <a:t>	kiểu phương-thức1(danh-sách-tham-số) {</a:t>
            </a:r>
            <a:endParaRPr/>
          </a:p>
          <a:p>
            <a:pPr marL="0" lvl="0" indent="0" algn="l" rtl="0">
              <a:lnSpc>
                <a:spcPct val="100000"/>
              </a:lnSpc>
              <a:spcBef>
                <a:spcPts val="1000"/>
              </a:spcBef>
              <a:spcAft>
                <a:spcPts val="0"/>
              </a:spcAft>
              <a:buClr>
                <a:schemeClr val="dk1"/>
              </a:buClr>
              <a:buSzPts val="1100"/>
              <a:buNone/>
            </a:pPr>
            <a:r>
              <a:rPr lang="en-US" sz="1100"/>
              <a:t>		//phần thân phương thức</a:t>
            </a:r>
            <a:endParaRPr/>
          </a:p>
          <a:p>
            <a:pPr marL="0" lvl="0" indent="0" algn="l" rtl="0">
              <a:lnSpc>
                <a:spcPct val="100000"/>
              </a:lnSpc>
              <a:spcBef>
                <a:spcPts val="1000"/>
              </a:spcBef>
              <a:spcAft>
                <a:spcPts val="0"/>
              </a:spcAft>
              <a:buClr>
                <a:schemeClr val="dk1"/>
              </a:buClr>
              <a:buSzPts val="1100"/>
              <a:buNone/>
            </a:pPr>
            <a:r>
              <a:rPr lang="en-US" sz="1100"/>
              <a:t>	}</a:t>
            </a:r>
            <a:endParaRPr/>
          </a:p>
          <a:p>
            <a:pPr marL="0" lvl="0" indent="0" algn="l" rtl="0">
              <a:lnSpc>
                <a:spcPct val="100000"/>
              </a:lnSpc>
              <a:spcBef>
                <a:spcPts val="1000"/>
              </a:spcBef>
              <a:spcAft>
                <a:spcPts val="0"/>
              </a:spcAft>
              <a:buClr>
                <a:schemeClr val="dk1"/>
              </a:buClr>
              <a:buSzPts val="1100"/>
              <a:buNone/>
            </a:pPr>
            <a:r>
              <a:rPr lang="en-US" sz="1100"/>
              <a:t>	kiểu phương-thức2(danh-sách-tham-số) {</a:t>
            </a:r>
            <a:endParaRPr/>
          </a:p>
          <a:p>
            <a:pPr marL="0" lvl="0" indent="0" algn="l" rtl="0">
              <a:lnSpc>
                <a:spcPct val="100000"/>
              </a:lnSpc>
              <a:spcBef>
                <a:spcPts val="1000"/>
              </a:spcBef>
              <a:spcAft>
                <a:spcPts val="0"/>
              </a:spcAft>
              <a:buClr>
                <a:schemeClr val="dk1"/>
              </a:buClr>
              <a:buSzPts val="1100"/>
              <a:buNone/>
            </a:pPr>
            <a:r>
              <a:rPr lang="en-US" sz="1100"/>
              <a:t>		//phần thân phương thức</a:t>
            </a:r>
            <a:endParaRPr/>
          </a:p>
          <a:p>
            <a:pPr marL="0" lvl="0" indent="0" algn="l" rtl="0">
              <a:lnSpc>
                <a:spcPct val="100000"/>
              </a:lnSpc>
              <a:spcBef>
                <a:spcPts val="1000"/>
              </a:spcBef>
              <a:spcAft>
                <a:spcPts val="0"/>
              </a:spcAft>
              <a:buClr>
                <a:schemeClr val="dk1"/>
              </a:buClr>
              <a:buSzPts val="1100"/>
              <a:buNone/>
            </a:pPr>
            <a:r>
              <a:rPr lang="en-US" sz="1100"/>
              <a:t>	}</a:t>
            </a:r>
            <a:endParaRPr/>
          </a:p>
          <a:p>
            <a:pPr marL="0" lvl="0" indent="0" algn="l" rtl="0">
              <a:lnSpc>
                <a:spcPct val="100000"/>
              </a:lnSpc>
              <a:spcBef>
                <a:spcPts val="1000"/>
              </a:spcBef>
              <a:spcAft>
                <a:spcPts val="0"/>
              </a:spcAft>
              <a:buClr>
                <a:schemeClr val="dk1"/>
              </a:buClr>
              <a:buSzPts val="1100"/>
              <a:buNone/>
            </a:pPr>
            <a:r>
              <a:rPr lang="en-US" sz="1100"/>
              <a:t>	…</a:t>
            </a:r>
            <a:endParaRPr/>
          </a:p>
          <a:p>
            <a:pPr marL="0" lvl="0" indent="0" algn="l" rtl="0">
              <a:lnSpc>
                <a:spcPct val="100000"/>
              </a:lnSpc>
              <a:spcBef>
                <a:spcPts val="1000"/>
              </a:spcBef>
              <a:spcAft>
                <a:spcPts val="0"/>
              </a:spcAft>
              <a:buClr>
                <a:schemeClr val="dk1"/>
              </a:buClr>
              <a:buSzPts val="1100"/>
              <a:buNone/>
            </a:pPr>
            <a:r>
              <a:rPr lang="en-US" sz="1100"/>
              <a:t>	kiểu phương-thứcN(danh-sách-tham-số) {</a:t>
            </a:r>
            <a:endParaRPr/>
          </a:p>
          <a:p>
            <a:pPr marL="0" lvl="0" indent="0" algn="l" rtl="0">
              <a:lnSpc>
                <a:spcPct val="100000"/>
              </a:lnSpc>
              <a:spcBef>
                <a:spcPts val="1000"/>
              </a:spcBef>
              <a:spcAft>
                <a:spcPts val="0"/>
              </a:spcAft>
              <a:buClr>
                <a:schemeClr val="dk1"/>
              </a:buClr>
              <a:buSzPts val="1100"/>
              <a:buNone/>
            </a:pPr>
            <a:r>
              <a:rPr lang="en-US" sz="1100"/>
              <a:t>		//phần thân phương thức</a:t>
            </a:r>
            <a:endParaRPr/>
          </a:p>
          <a:p>
            <a:pPr marL="0" lvl="0" indent="0" algn="l" rtl="0">
              <a:lnSpc>
                <a:spcPct val="100000"/>
              </a:lnSpc>
              <a:spcBef>
                <a:spcPts val="1000"/>
              </a:spcBef>
              <a:spcAft>
                <a:spcPts val="0"/>
              </a:spcAft>
              <a:buClr>
                <a:schemeClr val="dk1"/>
              </a:buClr>
              <a:buSzPts val="1100"/>
              <a:buNone/>
            </a:pPr>
            <a:r>
              <a:rPr lang="en-US" sz="1100"/>
              <a:t>	}</a:t>
            </a:r>
            <a:endParaRPr/>
          </a:p>
          <a:p>
            <a:pPr marL="0" lvl="0" indent="0" algn="l" rtl="0">
              <a:lnSpc>
                <a:spcPct val="100000"/>
              </a:lnSpc>
              <a:spcBef>
                <a:spcPts val="1000"/>
              </a:spcBef>
              <a:spcAft>
                <a:spcPts val="0"/>
              </a:spcAft>
              <a:buClr>
                <a:schemeClr val="dk1"/>
              </a:buClr>
              <a:buSzPts val="1100"/>
              <a:buNone/>
            </a:pPr>
            <a:r>
              <a:rPr lang="en-US" sz="1100"/>
              <a: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39"/>
          <p:cNvSpPr txBox="1">
            <a:spLocks noGrp="1"/>
          </p:cNvSpPr>
          <p:nvPr>
            <p:ph type="title"/>
          </p:nvPr>
        </p:nvSpPr>
        <p:spPr>
          <a:xfrm>
            <a:off x="228600" y="125413"/>
            <a:ext cx="10390188" cy="70167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Lớp – Class </a:t>
            </a:r>
            <a:endParaRPr/>
          </a:p>
        </p:txBody>
      </p:sp>
      <p:sp>
        <p:nvSpPr>
          <p:cNvPr id="350" name="Google Shape;350;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39</a:t>
            </a:fld>
            <a:endParaRPr sz="1400" b="0" i="0" u="none" strike="noStrike" cap="none">
              <a:solidFill>
                <a:schemeClr val="dk1"/>
              </a:solidFill>
              <a:latin typeface="Tahoma"/>
              <a:ea typeface="Tahoma"/>
              <a:cs typeface="Tahoma"/>
              <a:sym typeface="Tahoma"/>
            </a:endParaRPr>
          </a:p>
        </p:txBody>
      </p:sp>
      <p:pic>
        <p:nvPicPr>
          <p:cNvPr id="351" name="Google Shape;351;p39" descr="A screenshot of a computer program&#10;&#10;Description automatically generated with medium confidence"/>
          <p:cNvPicPr preferRelativeResize="0">
            <a:picLocks noGrp="1"/>
          </p:cNvPicPr>
          <p:nvPr>
            <p:ph type="body" idx="2"/>
          </p:nvPr>
        </p:nvPicPr>
        <p:blipFill rotWithShape="1">
          <a:blip r:embed="rId3">
            <a:alphaModFix/>
          </a:blip>
          <a:srcRect/>
          <a:stretch/>
        </p:blipFill>
        <p:spPr>
          <a:xfrm>
            <a:off x="381000" y="1317590"/>
            <a:ext cx="10668000" cy="422123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40"/>
          <p:cNvSpPr txBox="1">
            <a:spLocks noGrp="1"/>
          </p:cNvSpPr>
          <p:nvPr>
            <p:ph type="title"/>
          </p:nvPr>
        </p:nvSpPr>
        <p:spPr>
          <a:xfrm>
            <a:off x="228600" y="125413"/>
            <a:ext cx="10390188" cy="70167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Lớp – Class </a:t>
            </a:r>
            <a:endParaRPr/>
          </a:p>
        </p:txBody>
      </p:sp>
      <p:sp>
        <p:nvSpPr>
          <p:cNvPr id="358" name="Google Shape;358;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40</a:t>
            </a:fld>
            <a:endParaRPr sz="1400" b="0" i="0" u="none" strike="noStrike" cap="none">
              <a:solidFill>
                <a:schemeClr val="dk1"/>
              </a:solidFill>
              <a:latin typeface="Tahoma"/>
              <a:ea typeface="Tahoma"/>
              <a:cs typeface="Tahoma"/>
              <a:sym typeface="Tahoma"/>
            </a:endParaRPr>
          </a:p>
        </p:txBody>
      </p:sp>
      <p:pic>
        <p:nvPicPr>
          <p:cNvPr id="359" name="Google Shape;359;p40" descr="A screenshot of a computer program&#10;&#10;Description automatically generated with medium confidence"/>
          <p:cNvPicPr preferRelativeResize="0">
            <a:picLocks noGrp="1"/>
          </p:cNvPicPr>
          <p:nvPr>
            <p:ph type="body" idx="2"/>
          </p:nvPr>
        </p:nvPicPr>
        <p:blipFill rotWithShape="1">
          <a:blip r:embed="rId3">
            <a:alphaModFix/>
          </a:blip>
          <a:srcRect/>
          <a:stretch/>
        </p:blipFill>
        <p:spPr>
          <a:xfrm>
            <a:off x="1083655" y="1123950"/>
            <a:ext cx="9110289" cy="4608513"/>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1"/>
          <p:cNvSpPr txBox="1">
            <a:spLocks noGrp="1"/>
          </p:cNvSpPr>
          <p:nvPr>
            <p:ph type="title"/>
          </p:nvPr>
        </p:nvSpPr>
        <p:spPr>
          <a:xfrm>
            <a:off x="228600" y="196850"/>
            <a:ext cx="10390188" cy="56038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Đối tượng được tạo ra như thế nào</a:t>
            </a:r>
            <a:endParaRPr/>
          </a:p>
        </p:txBody>
      </p:sp>
      <p:sp>
        <p:nvSpPr>
          <p:cNvPr id="366" name="Google Shape;366;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41</a:t>
            </a:fld>
            <a:endParaRPr sz="1400" b="0" i="0" u="none" strike="noStrike" cap="none">
              <a:solidFill>
                <a:schemeClr val="dk1"/>
              </a:solidFill>
              <a:latin typeface="Tahoma"/>
              <a:ea typeface="Tahoma"/>
              <a:cs typeface="Tahoma"/>
              <a:sym typeface="Tahoma"/>
            </a:endParaRPr>
          </a:p>
        </p:txBody>
      </p:sp>
      <p:sp>
        <p:nvSpPr>
          <p:cNvPr id="367" name="Google Shape;367;p41"/>
          <p:cNvSpPr txBox="1">
            <a:spLocks noGrp="1"/>
          </p:cNvSpPr>
          <p:nvPr>
            <p:ph type="body" idx="2"/>
          </p:nvPr>
        </p:nvSpPr>
        <p:spPr>
          <a:xfrm>
            <a:off x="304800" y="990600"/>
            <a:ext cx="10577052" cy="46672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sz="2400"/>
              <a:t>Vehicle minivan = new Vehicle();</a:t>
            </a:r>
            <a:endParaRPr/>
          </a:p>
          <a:p>
            <a:pPr marL="228600" lvl="0" indent="-228600" algn="l" rtl="0">
              <a:lnSpc>
                <a:spcPct val="90000"/>
              </a:lnSpc>
              <a:spcBef>
                <a:spcPts val="1000"/>
              </a:spcBef>
              <a:spcAft>
                <a:spcPts val="0"/>
              </a:spcAft>
              <a:buClr>
                <a:schemeClr val="dk1"/>
              </a:buClr>
              <a:buSzPts val="2400"/>
              <a:buChar char="•"/>
            </a:pPr>
            <a:r>
              <a:rPr lang="en-US" sz="2400"/>
              <a:t>Câu lệnh này thực hiện hai nhiệm vụ. Đầu tiên câu lệnh khai báo một biến có tên là minivan thuộc kiểu lớp Vehicle. Biến này không định nghĩa một đối tượng. Thay vào đó, minivan chỉ đơn giản là một biến có thể tham chiếu (trỏ) tới một đối tượng. Thứ hai, câu lệnh khai báo này tạo ra một bản sao vật lý của đối tượng và gán tham chiếu tới đối tượng đó cho minivan. Việc này được thực hiện nhờ sử dụng toán tử new.</a:t>
            </a:r>
            <a:endParaRPr/>
          </a:p>
          <a:p>
            <a:pPr marL="228600" lvl="0" indent="-228600" algn="l" rtl="0">
              <a:lnSpc>
                <a:spcPct val="90000"/>
              </a:lnSpc>
              <a:spcBef>
                <a:spcPts val="1000"/>
              </a:spcBef>
              <a:spcAft>
                <a:spcPts val="0"/>
              </a:spcAft>
              <a:buClr>
                <a:schemeClr val="dk1"/>
              </a:buClr>
              <a:buSzPts val="2400"/>
              <a:buChar char="•"/>
            </a:pPr>
            <a:r>
              <a:rPr lang="en-US" sz="2400"/>
              <a:t>Toán tử new cấp phát động (vào thời gian chạy) bộ nhớ cho một đối tượng và trả về một tham chiếu tới đối tượng đó. Tham chiếu này chính là địa chỉ trong bộ nhớ của đối tượng được cấp phát bởi toán tử new. Sau đó, tham chiếu này được lưu vào một biến =&gt; Trong Java tất cả đối tượng của lớp phải được cấp phát động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42"/>
          <p:cNvSpPr txBox="1">
            <a:spLocks noGrp="1"/>
          </p:cNvSpPr>
          <p:nvPr>
            <p:ph type="title"/>
          </p:nvPr>
        </p:nvSpPr>
        <p:spPr>
          <a:xfrm>
            <a:off x="228600" y="196850"/>
            <a:ext cx="10390188" cy="56038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Đối tượng được tạo ra như thế nào</a:t>
            </a:r>
            <a:endParaRPr/>
          </a:p>
        </p:txBody>
      </p:sp>
      <p:sp>
        <p:nvSpPr>
          <p:cNvPr id="374" name="Google Shape;374;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42</a:t>
            </a:fld>
            <a:endParaRPr sz="1400" b="0" i="0" u="none" strike="noStrike" cap="none">
              <a:solidFill>
                <a:schemeClr val="dk1"/>
              </a:solidFill>
              <a:latin typeface="Tahoma"/>
              <a:ea typeface="Tahoma"/>
              <a:cs typeface="Tahoma"/>
              <a:sym typeface="Tahoma"/>
            </a:endParaRPr>
          </a:p>
        </p:txBody>
      </p:sp>
      <p:sp>
        <p:nvSpPr>
          <p:cNvPr id="375" name="Google Shape;375;p42"/>
          <p:cNvSpPr txBox="1">
            <a:spLocks noGrp="1"/>
          </p:cNvSpPr>
          <p:nvPr>
            <p:ph type="body" idx="2"/>
          </p:nvPr>
        </p:nvSpPr>
        <p:spPr>
          <a:xfrm>
            <a:off x="304800" y="990600"/>
            <a:ext cx="10577052" cy="46672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sz="2400"/>
              <a:t>Vehicle minivan;</a:t>
            </a:r>
            <a:endParaRPr/>
          </a:p>
          <a:p>
            <a:pPr marL="0" lvl="0" indent="0" algn="l" rtl="0">
              <a:lnSpc>
                <a:spcPct val="90000"/>
              </a:lnSpc>
              <a:spcBef>
                <a:spcPts val="1000"/>
              </a:spcBef>
              <a:spcAft>
                <a:spcPts val="0"/>
              </a:spcAft>
              <a:buClr>
                <a:schemeClr val="dk1"/>
              </a:buClr>
              <a:buSzPts val="2400"/>
              <a:buNone/>
            </a:pPr>
            <a:r>
              <a:rPr lang="en-US" sz="2400"/>
              <a:t>minivan = new Vehicle();</a:t>
            </a:r>
            <a:endParaRPr/>
          </a:p>
          <a:p>
            <a:pPr marL="228600" lvl="0" indent="-228600" algn="l" rtl="0">
              <a:lnSpc>
                <a:spcPct val="90000"/>
              </a:lnSpc>
              <a:spcBef>
                <a:spcPts val="1000"/>
              </a:spcBef>
              <a:spcAft>
                <a:spcPts val="0"/>
              </a:spcAft>
              <a:buClr>
                <a:schemeClr val="dk1"/>
              </a:buClr>
              <a:buSzPts val="2400"/>
              <a:buChar char="•"/>
            </a:pPr>
            <a:r>
              <a:rPr lang="en-US" sz="2400"/>
              <a:t>Dòng lệnh đầu tiên khai báo minivan như một biết tham chiếu tới một đối tượng kiểu Vehicle. Vì vậy, minivan là một biến có thể trỏ tới một đối tượng, nhưng không phải đối tượng. Tại thời điểm này, minivan chưa trỏ tới đối tượng nào.</a:t>
            </a:r>
            <a:endParaRPr/>
          </a:p>
          <a:p>
            <a:pPr marL="228600" lvl="0" indent="-228600" algn="l" rtl="0">
              <a:lnSpc>
                <a:spcPct val="90000"/>
              </a:lnSpc>
              <a:spcBef>
                <a:spcPts val="1000"/>
              </a:spcBef>
              <a:spcAft>
                <a:spcPts val="0"/>
              </a:spcAft>
              <a:buClr>
                <a:schemeClr val="dk1"/>
              </a:buClr>
              <a:buSzPts val="2400"/>
              <a:buChar char="•"/>
            </a:pPr>
            <a:r>
              <a:rPr lang="en-US" sz="2400"/>
              <a:t>Dòng lệnh thứ hai tạo ra một đối tượng Vehicle mới và gán tham chiếu tới đối tượng này cho minivan. Bây giờ, minivan được liên kết với một đối tượng cụ thể.</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3"/>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Cách đặt tên class</a:t>
            </a:r>
            <a:endParaRPr/>
          </a:p>
        </p:txBody>
      </p:sp>
      <p:sp>
        <p:nvSpPr>
          <p:cNvPr id="382" name="Google Shape;382;p43"/>
          <p:cNvSpPr txBox="1">
            <a:spLocks noGrp="1"/>
          </p:cNvSpPr>
          <p:nvPr>
            <p:ph type="body" idx="1"/>
          </p:nvPr>
        </p:nvSpPr>
        <p:spPr>
          <a:xfrm>
            <a:off x="419100" y="1066800"/>
            <a:ext cx="11353800" cy="460851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22222"/>
              </a:buClr>
              <a:buSzPts val="2800"/>
              <a:buFont typeface="Arial"/>
              <a:buChar char="•"/>
            </a:pPr>
            <a:r>
              <a:rPr lang="en-US" b="0" i="0">
                <a:solidFill>
                  <a:srgbClr val="222222"/>
                </a:solidFill>
                <a:latin typeface="Calibri"/>
                <a:ea typeface="Calibri"/>
                <a:cs typeface="Calibri"/>
                <a:sym typeface="Calibri"/>
              </a:rPr>
              <a:t>Tên không được chứa bất kỳ khoảng trắng nào.</a:t>
            </a:r>
            <a:endParaRPr/>
          </a:p>
          <a:p>
            <a:pPr marL="228600" lvl="0" indent="-228600" algn="l" rtl="0">
              <a:lnSpc>
                <a:spcPct val="90000"/>
              </a:lnSpc>
              <a:spcBef>
                <a:spcPts val="1000"/>
              </a:spcBef>
              <a:spcAft>
                <a:spcPts val="0"/>
              </a:spcAft>
              <a:buClr>
                <a:srgbClr val="222222"/>
              </a:buClr>
              <a:buSzPts val="2800"/>
              <a:buFont typeface="Arial"/>
              <a:buChar char="•"/>
            </a:pPr>
            <a:r>
              <a:rPr lang="en-US" b="0" i="0">
                <a:solidFill>
                  <a:srgbClr val="222222"/>
                </a:solidFill>
                <a:latin typeface="Calibri"/>
                <a:ea typeface="Calibri"/>
                <a:cs typeface="Calibri"/>
                <a:sym typeface="Calibri"/>
              </a:rPr>
              <a:t>Tên không nên bắt đầu bằng các ký tự đặc biệt như ký hiệu &amp;, $(đô la), _ (gạch dưới).</a:t>
            </a:r>
            <a:endParaRPr b="0" i="0">
              <a:latin typeface="Calibri"/>
              <a:ea typeface="Calibri"/>
              <a:cs typeface="Calibri"/>
              <a:sym typeface="Calibri"/>
            </a:endParaRPr>
          </a:p>
          <a:p>
            <a:pPr marL="228600" lvl="0" indent="-228600" algn="l" rtl="0">
              <a:lnSpc>
                <a:spcPct val="100000"/>
              </a:lnSpc>
              <a:spcBef>
                <a:spcPts val="1000"/>
              </a:spcBef>
              <a:spcAft>
                <a:spcPts val="0"/>
              </a:spcAft>
              <a:buClr>
                <a:schemeClr val="dk1"/>
              </a:buClr>
              <a:buSzPts val="2800"/>
              <a:buChar char="•"/>
            </a:pPr>
            <a:r>
              <a:rPr lang="en-US" b="0" i="0">
                <a:latin typeface="Calibri"/>
                <a:ea typeface="Calibri"/>
                <a:cs typeface="Calibri"/>
                <a:sym typeface="Calibri"/>
              </a:rPr>
              <a:t>Tên lớp quy định chung phải là danh từ, chữ cái đầu của mỗi từ được viết hoa</a:t>
            </a:r>
            <a:endParaRPr/>
          </a:p>
          <a:p>
            <a:pPr marL="228600" lvl="0" indent="-228600" algn="l" rtl="0">
              <a:lnSpc>
                <a:spcPct val="100000"/>
              </a:lnSpc>
              <a:spcBef>
                <a:spcPts val="1000"/>
              </a:spcBef>
              <a:spcAft>
                <a:spcPts val="0"/>
              </a:spcAft>
              <a:buClr>
                <a:srgbClr val="222222"/>
              </a:buClr>
              <a:buSzPts val="2800"/>
              <a:buChar char="•"/>
            </a:pPr>
            <a:r>
              <a:rPr lang="en-US" b="0" i="0">
                <a:solidFill>
                  <a:srgbClr val="222222"/>
                </a:solidFill>
              </a:rPr>
              <a:t>Sử dụng các từ thích hợp, thay vì các từ viết tắt</a:t>
            </a:r>
            <a:endParaRPr/>
          </a:p>
        </p:txBody>
      </p:sp>
      <p:sp>
        <p:nvSpPr>
          <p:cNvPr id="383" name="Google Shape;383;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43</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44"/>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Phương thức</a:t>
            </a:r>
            <a:endParaRPr/>
          </a:p>
        </p:txBody>
      </p:sp>
      <p:sp>
        <p:nvSpPr>
          <p:cNvPr id="390" name="Google Shape;390;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44</a:t>
            </a:fld>
            <a:endParaRPr sz="1400" b="0" i="0" u="none" strike="noStrike" cap="none">
              <a:solidFill>
                <a:schemeClr val="dk1"/>
              </a:solidFill>
              <a:latin typeface="Tahoma"/>
              <a:ea typeface="Tahoma"/>
              <a:cs typeface="Tahoma"/>
              <a:sym typeface="Tahoma"/>
            </a:endParaRPr>
          </a:p>
        </p:txBody>
      </p:sp>
      <p:sp>
        <p:nvSpPr>
          <p:cNvPr id="391" name="Google Shape;391;p44"/>
          <p:cNvSpPr txBox="1">
            <a:spLocks noGrp="1"/>
          </p:cNvSpPr>
          <p:nvPr>
            <p:ph type="body" idx="2"/>
          </p:nvPr>
        </p:nvSpPr>
        <p:spPr>
          <a:xfrm>
            <a:off x="518652" y="990600"/>
            <a:ext cx="10363200" cy="466725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Char char="•"/>
            </a:pPr>
            <a:r>
              <a:rPr lang="en-US"/>
              <a:t>Phương thức là những chương trình con xử lý dữ liệu do lớp định nghĩa và trong nhiều trường hợp, phương thức cung cấp sự truy cập tới dữ liệu đó. Trong hầu hết mọi trường hợp, những thành phần khác của chương trình sẽ tương tác với lớp thông qua các phương thức của lớp đó.</a:t>
            </a:r>
            <a:endParaRPr/>
          </a:p>
          <a:p>
            <a:pPr marL="228600" lvl="0" indent="-228600" algn="just" rtl="0">
              <a:lnSpc>
                <a:spcPct val="90000"/>
              </a:lnSpc>
              <a:spcBef>
                <a:spcPts val="1000"/>
              </a:spcBef>
              <a:spcAft>
                <a:spcPts val="0"/>
              </a:spcAft>
              <a:buClr>
                <a:schemeClr val="dk1"/>
              </a:buClr>
              <a:buSzPts val="2800"/>
              <a:buChar char="•"/>
            </a:pPr>
            <a:r>
              <a:rPr lang="en-US"/>
              <a:t>Một phương thức chứa một hoặc nhiều câu lệnh. Mỗi phương thức chỉ thực hiện một nhiệm vụ. Mỗi phương thức đều có tên, được dùng để gọi phương thức. Bạn có thể đặt cho phương thức bất cứ tên nào mà bạn muốn. Tuy nhiên, đừng sử dụng các từ khóa của java để đặt tên cho phương thức, và main() được dành riêng cho phương thức bắt đầu quá trình thực thi chương trình</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45"/>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Phương thức</a:t>
            </a:r>
            <a:endParaRPr/>
          </a:p>
        </p:txBody>
      </p:sp>
      <p:sp>
        <p:nvSpPr>
          <p:cNvPr id="398" name="Google Shape;398;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45</a:t>
            </a:fld>
            <a:endParaRPr sz="1400" b="0" i="0" u="none" strike="noStrike" cap="none">
              <a:solidFill>
                <a:schemeClr val="dk1"/>
              </a:solidFill>
              <a:latin typeface="Tahoma"/>
              <a:ea typeface="Tahoma"/>
              <a:cs typeface="Tahoma"/>
              <a:sym typeface="Tahoma"/>
            </a:endParaRPr>
          </a:p>
        </p:txBody>
      </p:sp>
      <p:sp>
        <p:nvSpPr>
          <p:cNvPr id="399" name="Google Shape;399;p45"/>
          <p:cNvSpPr txBox="1">
            <a:spLocks noGrp="1"/>
          </p:cNvSpPr>
          <p:nvPr>
            <p:ph type="body" idx="2"/>
          </p:nvPr>
        </p:nvSpPr>
        <p:spPr>
          <a:xfrm>
            <a:off x="228600" y="990600"/>
            <a:ext cx="11125200" cy="536575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2400"/>
              <a:buNone/>
            </a:pPr>
            <a:r>
              <a:rPr lang="en-US" sz="2400"/>
              <a:t>kiểu-trả-về tên(danh-sách-tham-số) {</a:t>
            </a:r>
            <a:endParaRPr/>
          </a:p>
          <a:p>
            <a:pPr marL="0" lvl="0" indent="0" algn="just" rtl="0">
              <a:lnSpc>
                <a:spcPct val="90000"/>
              </a:lnSpc>
              <a:spcBef>
                <a:spcPts val="1000"/>
              </a:spcBef>
              <a:spcAft>
                <a:spcPts val="0"/>
              </a:spcAft>
              <a:buClr>
                <a:schemeClr val="dk1"/>
              </a:buClr>
              <a:buSzPts val="2400"/>
              <a:buNone/>
            </a:pPr>
            <a:r>
              <a:rPr lang="en-US" sz="2400"/>
              <a:t>	// phần thân phương thức</a:t>
            </a:r>
            <a:endParaRPr/>
          </a:p>
          <a:p>
            <a:pPr marL="0" lvl="0" indent="0" algn="just" rtl="0">
              <a:lnSpc>
                <a:spcPct val="90000"/>
              </a:lnSpc>
              <a:spcBef>
                <a:spcPts val="1000"/>
              </a:spcBef>
              <a:spcAft>
                <a:spcPts val="0"/>
              </a:spcAft>
              <a:buClr>
                <a:schemeClr val="dk1"/>
              </a:buClr>
              <a:buSzPts val="2400"/>
              <a:buNone/>
            </a:pPr>
            <a:r>
              <a:rPr lang="en-US" sz="2400"/>
              <a:t>}</a:t>
            </a:r>
            <a:endParaRPr/>
          </a:p>
          <a:p>
            <a:pPr marL="0" lvl="0" indent="0" algn="just" rtl="0">
              <a:lnSpc>
                <a:spcPct val="90000"/>
              </a:lnSpc>
              <a:spcBef>
                <a:spcPts val="1000"/>
              </a:spcBef>
              <a:spcAft>
                <a:spcPts val="0"/>
              </a:spcAft>
              <a:buClr>
                <a:schemeClr val="dk1"/>
              </a:buClr>
              <a:buSzPts val="2400"/>
              <a:buNone/>
            </a:pPr>
            <a:r>
              <a:rPr lang="en-US" sz="2400"/>
              <a:t>Note:</a:t>
            </a:r>
            <a:endParaRPr/>
          </a:p>
          <a:p>
            <a:pPr marL="228600" lvl="0" indent="-228600" algn="just" rtl="0">
              <a:lnSpc>
                <a:spcPct val="90000"/>
              </a:lnSpc>
              <a:spcBef>
                <a:spcPts val="1000"/>
              </a:spcBef>
              <a:spcAft>
                <a:spcPts val="0"/>
              </a:spcAft>
              <a:buClr>
                <a:schemeClr val="dk1"/>
              </a:buClr>
              <a:buSzPts val="2400"/>
              <a:buChar char="•"/>
            </a:pPr>
            <a:r>
              <a:rPr lang="en-US" sz="2400"/>
              <a:t>kiểu-trả-về: chỉ kiểu của dữ liệu được trả về bởi phương thức. Nó có thể là mọi kiểu dữ liệu hợp lệ, bao gồm cả những kiểu lớp đã tạo ra. Nếu phương thức không trả về một giá trị, kiểu trả về của phương thức phải là void</a:t>
            </a:r>
            <a:endParaRPr/>
          </a:p>
          <a:p>
            <a:pPr marL="228600" lvl="0" indent="-228600" algn="just" rtl="0">
              <a:lnSpc>
                <a:spcPct val="90000"/>
              </a:lnSpc>
              <a:spcBef>
                <a:spcPts val="1000"/>
              </a:spcBef>
              <a:spcAft>
                <a:spcPts val="0"/>
              </a:spcAft>
              <a:buClr>
                <a:schemeClr val="dk1"/>
              </a:buClr>
              <a:buSzPts val="2400"/>
              <a:buChar char="•"/>
            </a:pPr>
            <a:r>
              <a:rPr lang="en-US" sz="2400"/>
              <a:t>tên: tên của phương thức. Tên có thể là mọi định danh hợp lệ khác ngoài những định danh đã được dùng bởi các phần tử khác trong phạm vi hiện tại.</a:t>
            </a:r>
            <a:endParaRPr/>
          </a:p>
          <a:p>
            <a:pPr marL="228600" lvl="0" indent="-228600" algn="just" rtl="0">
              <a:lnSpc>
                <a:spcPct val="90000"/>
              </a:lnSpc>
              <a:spcBef>
                <a:spcPts val="1000"/>
              </a:spcBef>
              <a:spcAft>
                <a:spcPts val="0"/>
              </a:spcAft>
              <a:buClr>
                <a:schemeClr val="dk1"/>
              </a:buClr>
              <a:buSzPts val="2400"/>
              <a:buChar char="•"/>
            </a:pPr>
            <a:r>
              <a:rPr lang="en-US" sz="2400"/>
              <a:t>danh-sách-tham-số: là một chuỗi gồm các cặp kiểu dữ liệu và định danh, phân tách nhau bởi các dấu phẩy. Các tham số bản chất là các biến, nhận giá trị của các đối số truyền vào phương thức khi phương thức được gọi. Nếu phương thức không có tham số, thì danh sách tham số sẽ bị bỏ trống.</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46"/>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Phương thức trả về một giá trị</a:t>
            </a:r>
            <a:endParaRPr/>
          </a:p>
        </p:txBody>
      </p:sp>
      <p:pic>
        <p:nvPicPr>
          <p:cNvPr id="405" name="Google Shape;405;p46" descr="A screenshot of a computer program&#10;&#10;Description automatically generated with medium confidence"/>
          <p:cNvPicPr preferRelativeResize="0">
            <a:picLocks noGrp="1"/>
          </p:cNvPicPr>
          <p:nvPr>
            <p:ph type="body" idx="2"/>
          </p:nvPr>
        </p:nvPicPr>
        <p:blipFill rotWithShape="1">
          <a:blip r:embed="rId3">
            <a:alphaModFix/>
          </a:blip>
          <a:srcRect/>
          <a:stretch/>
        </p:blipFill>
        <p:spPr>
          <a:xfrm>
            <a:off x="228600" y="1220574"/>
            <a:ext cx="11125200" cy="4721652"/>
          </a:xfrm>
          <a:prstGeom prst="rect">
            <a:avLst/>
          </a:prstGeom>
          <a:noFill/>
          <a:ln>
            <a:noFill/>
          </a:ln>
        </p:spPr>
      </p:pic>
      <p:sp>
        <p:nvSpPr>
          <p:cNvPr id="406" name="Google Shape;406;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47"/>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Phương thức sử dụng tham số</a:t>
            </a:r>
            <a:endParaRPr/>
          </a:p>
        </p:txBody>
      </p:sp>
      <p:pic>
        <p:nvPicPr>
          <p:cNvPr id="412" name="Google Shape;412;p47" descr="A screenshot of a computer program&#10;&#10;Description automatically generated with medium confidence"/>
          <p:cNvPicPr preferRelativeResize="0">
            <a:picLocks noGrp="1"/>
          </p:cNvPicPr>
          <p:nvPr>
            <p:ph type="body" idx="2"/>
          </p:nvPr>
        </p:nvPicPr>
        <p:blipFill rotWithShape="1">
          <a:blip r:embed="rId3">
            <a:alphaModFix/>
          </a:blip>
          <a:srcRect/>
          <a:stretch/>
        </p:blipFill>
        <p:spPr>
          <a:xfrm>
            <a:off x="228600" y="1115184"/>
            <a:ext cx="11125200" cy="4932431"/>
          </a:xfrm>
          <a:prstGeom prst="rect">
            <a:avLst/>
          </a:prstGeom>
          <a:noFill/>
          <a:ln>
            <a:noFill/>
          </a:ln>
        </p:spPr>
      </p:pic>
      <p:sp>
        <p:nvSpPr>
          <p:cNvPr id="413" name="Google Shape;413;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48"/>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Phương thức khởi tạo</a:t>
            </a:r>
            <a:endParaRPr/>
          </a:p>
        </p:txBody>
      </p:sp>
      <p:sp>
        <p:nvSpPr>
          <p:cNvPr id="419" name="Google Shape;419;p48"/>
          <p:cNvSpPr txBox="1">
            <a:spLocks noGrp="1"/>
          </p:cNvSpPr>
          <p:nvPr>
            <p:ph type="body" idx="2"/>
          </p:nvPr>
        </p:nvSpPr>
        <p:spPr>
          <a:xfrm>
            <a:off x="228600" y="838200"/>
            <a:ext cx="11125200" cy="541020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Char char="•"/>
            </a:pPr>
            <a:r>
              <a:rPr lang="en-US"/>
              <a:t>Phương thức khởi tạo (contructor) khởi tạo một đối tượng khi đối tượng được tạo ra. Phương thức khởi tạo có tên trùng với tên lớp của nó và cú pháp giống như một phương thức. Tuy nhiên, phương thức khởi tạo không có kiểu trả về. Thông thường, bạn sẽ dùng phương thức khởi tạo để cung cấp giá trị ban đầu cho các biến thể hiện được định nghĩa trong lớp, hoặc thực thi mọi thủ tục khởi tạo khác cần để tạo ra một đối tượng dạng đầy đủ.</a:t>
            </a:r>
            <a:endParaRPr/>
          </a:p>
          <a:p>
            <a:pPr marL="228600" lvl="0" indent="-228600" algn="just" rtl="0">
              <a:lnSpc>
                <a:spcPct val="90000"/>
              </a:lnSpc>
              <a:spcBef>
                <a:spcPts val="1000"/>
              </a:spcBef>
              <a:spcAft>
                <a:spcPts val="0"/>
              </a:spcAft>
              <a:buClr>
                <a:schemeClr val="dk1"/>
              </a:buClr>
              <a:buSzPts val="2800"/>
              <a:buChar char="•"/>
            </a:pPr>
            <a:r>
              <a:rPr lang="en-US"/>
              <a:t>Mọi lớp đều có phương thức khởi tạo, dù bạn có định nghĩa hay không, bởi vì Java tự động cung cấp một phương thức khởi tạo mặc định. Phương thức này khởi tạo giá trị mặc định cho tất cả biến thành viên, lần lượt là 0, null và false tương ứng với các kiểu số học, kiểu tham chiếu và kiểu boolean. Tuy nhiên, khi bạn định nghĩa phương thức khởi tạo riêng, thì phương thức khởi tạo mặc định sẽ không được sử dụng nữa.</a:t>
            </a:r>
            <a:endParaRPr/>
          </a:p>
        </p:txBody>
      </p:sp>
      <p:sp>
        <p:nvSpPr>
          <p:cNvPr id="420" name="Google Shape;42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9"/>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Phương thức khởi tạo</a:t>
            </a:r>
            <a:endParaRPr/>
          </a:p>
        </p:txBody>
      </p:sp>
      <p:pic>
        <p:nvPicPr>
          <p:cNvPr id="426" name="Google Shape;426;p49" descr="A screenshot of a computer&#10;&#10;Description automatically generated with medium confidence"/>
          <p:cNvPicPr preferRelativeResize="0">
            <a:picLocks noGrp="1"/>
          </p:cNvPicPr>
          <p:nvPr>
            <p:ph type="body" idx="2"/>
          </p:nvPr>
        </p:nvPicPr>
        <p:blipFill rotWithShape="1">
          <a:blip r:embed="rId3">
            <a:alphaModFix/>
          </a:blip>
          <a:srcRect/>
          <a:stretch/>
        </p:blipFill>
        <p:spPr>
          <a:xfrm>
            <a:off x="572548" y="838200"/>
            <a:ext cx="10589703" cy="5410200"/>
          </a:xfrm>
          <a:prstGeom prst="rect">
            <a:avLst/>
          </a:prstGeom>
          <a:noFill/>
          <a:ln>
            <a:noFill/>
          </a:ln>
        </p:spPr>
      </p:pic>
      <p:sp>
        <p:nvSpPr>
          <p:cNvPr id="427" name="Google Shape;427;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50"/>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Phương thức khởi tạo có tham số</a:t>
            </a:r>
            <a:endParaRPr/>
          </a:p>
        </p:txBody>
      </p:sp>
      <p:sp>
        <p:nvSpPr>
          <p:cNvPr id="433" name="Google Shape;433;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pic>
        <p:nvPicPr>
          <p:cNvPr id="434" name="Google Shape;434;p50" descr="A screenshot of a computer program&#10;&#10;Description automatically generated with medium confidence"/>
          <p:cNvPicPr preferRelativeResize="0">
            <a:picLocks noGrp="1"/>
          </p:cNvPicPr>
          <p:nvPr>
            <p:ph type="body" idx="2"/>
          </p:nvPr>
        </p:nvPicPr>
        <p:blipFill rotWithShape="1">
          <a:blip r:embed="rId3">
            <a:alphaModFix/>
          </a:blip>
          <a:srcRect/>
          <a:stretch/>
        </p:blipFill>
        <p:spPr>
          <a:xfrm>
            <a:off x="2188254" y="838200"/>
            <a:ext cx="7510691" cy="54102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51"/>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Phương thức khởi tạo</a:t>
            </a:r>
            <a:endParaRPr/>
          </a:p>
        </p:txBody>
      </p:sp>
      <p:sp>
        <p:nvSpPr>
          <p:cNvPr id="440" name="Google Shape;440;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pic>
        <p:nvPicPr>
          <p:cNvPr id="441" name="Google Shape;441;p51" descr="A screen shot of a computer&#10;&#10;Description automatically generated with medium confidence"/>
          <p:cNvPicPr preferRelativeResize="0">
            <a:picLocks noGrp="1"/>
          </p:cNvPicPr>
          <p:nvPr>
            <p:ph type="body" idx="2"/>
          </p:nvPr>
        </p:nvPicPr>
        <p:blipFill rotWithShape="1">
          <a:blip r:embed="rId3">
            <a:alphaModFix/>
          </a:blip>
          <a:srcRect/>
          <a:stretch/>
        </p:blipFill>
        <p:spPr>
          <a:xfrm>
            <a:off x="228600" y="953941"/>
            <a:ext cx="11430000" cy="5178718"/>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52"/>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Từ khóa This</a:t>
            </a:r>
            <a:endParaRPr/>
          </a:p>
        </p:txBody>
      </p:sp>
      <p:sp>
        <p:nvSpPr>
          <p:cNvPr id="448" name="Google Shape;448;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52</a:t>
            </a:fld>
            <a:endParaRPr sz="1400" b="0" i="0" u="none" strike="noStrike" cap="none">
              <a:solidFill>
                <a:schemeClr val="dk1"/>
              </a:solidFill>
              <a:latin typeface="Tahoma"/>
              <a:ea typeface="Tahoma"/>
              <a:cs typeface="Tahoma"/>
              <a:sym typeface="Tahoma"/>
            </a:endParaRPr>
          </a:p>
        </p:txBody>
      </p:sp>
      <p:sp>
        <p:nvSpPr>
          <p:cNvPr id="449" name="Google Shape;449;p52"/>
          <p:cNvSpPr txBox="1">
            <a:spLocks noGrp="1"/>
          </p:cNvSpPr>
          <p:nvPr>
            <p:ph type="body" idx="2"/>
          </p:nvPr>
        </p:nvSpPr>
        <p:spPr>
          <a:xfrm>
            <a:off x="228600" y="838200"/>
            <a:ext cx="11430000" cy="551815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Char char="•"/>
            </a:pPr>
            <a:r>
              <a:rPr lang="en-US"/>
              <a:t>Khi một phương thức được gọi, nó tự động được truyền ngầm một đối số là một tham chiếu trỏ tới đối tượng đang được gọi phương thức này (tức là đối tượng mà trên đó phương thức được gọi). Tham số này có tên là this.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53"/>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Từ khóa This</a:t>
            </a:r>
            <a:endParaRPr/>
          </a:p>
        </p:txBody>
      </p:sp>
      <p:sp>
        <p:nvSpPr>
          <p:cNvPr id="456" name="Google Shape;456;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53</a:t>
            </a:fld>
            <a:endParaRPr sz="1400" b="0" i="0" u="none" strike="noStrike" cap="none">
              <a:solidFill>
                <a:schemeClr val="dk1"/>
              </a:solidFill>
              <a:latin typeface="Tahoma"/>
              <a:ea typeface="Tahoma"/>
              <a:cs typeface="Tahoma"/>
              <a:sym typeface="Tahoma"/>
            </a:endParaRPr>
          </a:p>
        </p:txBody>
      </p:sp>
      <p:pic>
        <p:nvPicPr>
          <p:cNvPr id="457" name="Google Shape;457;p53" descr="A screenshot of a computer program&#10;&#10;Description automatically generated with medium confidence"/>
          <p:cNvPicPr preferRelativeResize="0">
            <a:picLocks noGrp="1"/>
          </p:cNvPicPr>
          <p:nvPr>
            <p:ph type="body" idx="2"/>
          </p:nvPr>
        </p:nvPicPr>
        <p:blipFill rotWithShape="1">
          <a:blip r:embed="rId3">
            <a:alphaModFix/>
          </a:blip>
          <a:srcRect/>
          <a:stretch/>
        </p:blipFill>
        <p:spPr>
          <a:xfrm>
            <a:off x="2030581" y="838200"/>
            <a:ext cx="7826038" cy="55181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54"/>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Mảng - Array  </a:t>
            </a:r>
            <a:endParaRPr/>
          </a:p>
        </p:txBody>
      </p:sp>
      <p:sp>
        <p:nvSpPr>
          <p:cNvPr id="464" name="Google Shape;464;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54</a:t>
            </a:fld>
            <a:endParaRPr sz="1400" b="0" i="0" u="none" strike="noStrike" cap="none">
              <a:solidFill>
                <a:schemeClr val="dk1"/>
              </a:solidFill>
              <a:latin typeface="Tahoma"/>
              <a:ea typeface="Tahoma"/>
              <a:cs typeface="Tahoma"/>
              <a:sym typeface="Tahoma"/>
            </a:endParaRPr>
          </a:p>
        </p:txBody>
      </p:sp>
      <p:sp>
        <p:nvSpPr>
          <p:cNvPr id="465" name="Google Shape;465;p54"/>
          <p:cNvSpPr txBox="1">
            <a:spLocks noGrp="1"/>
          </p:cNvSpPr>
          <p:nvPr>
            <p:ph type="body" idx="2"/>
          </p:nvPr>
        </p:nvSpPr>
        <p:spPr>
          <a:xfrm>
            <a:off x="228600" y="914400"/>
            <a:ext cx="11430000" cy="474345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Char char="•"/>
            </a:pPr>
            <a:r>
              <a:rPr lang="en-US"/>
              <a:t>Mảng (array) là một tập hợp các biến cùng kiểu, được tham chiếu bằng một tên chung. Trong Java, mảng có thể có một hoặc nhiều chiều, nhưng mảng một chiều là thông dụng nhất.</a:t>
            </a:r>
            <a:endParaRPr/>
          </a:p>
          <a:p>
            <a:pPr marL="228600" lvl="0" indent="-228600" algn="just" rtl="0">
              <a:lnSpc>
                <a:spcPct val="90000"/>
              </a:lnSpc>
              <a:spcBef>
                <a:spcPts val="1000"/>
              </a:spcBef>
              <a:spcAft>
                <a:spcPts val="0"/>
              </a:spcAft>
              <a:buClr>
                <a:schemeClr val="dk1"/>
              </a:buClr>
              <a:buSzPts val="2800"/>
              <a:buChar char="•"/>
            </a:pPr>
            <a:r>
              <a:rPr lang="en-US"/>
              <a:t>Ưu điểm: là nó tổ chức dữ liệu theo một cách có thể dễ dàng xử lý</a:t>
            </a:r>
            <a:endParaRPr/>
          </a:p>
          <a:p>
            <a:pPr marL="228600" lvl="0" indent="-228600" algn="just" rtl="0">
              <a:lnSpc>
                <a:spcPct val="90000"/>
              </a:lnSpc>
              <a:spcBef>
                <a:spcPts val="1000"/>
              </a:spcBef>
              <a:spcAft>
                <a:spcPts val="0"/>
              </a:spcAft>
              <a:buClr>
                <a:schemeClr val="dk1"/>
              </a:buClr>
              <a:buSzPts val="2800"/>
              <a:buChar char="•"/>
            </a:pPr>
            <a:r>
              <a:rPr lang="en-US"/>
              <a:t>Mặc dù có thể được dùng giống như trong các ngôn ngữ lập trình khá, mảng trong Java có một thuộc tính đặc biệt: chúng được cài đặt như các đối tượng. Việc mảng được cài đặt như là đối tượng, bên cạnh lợi ích có thể thu hồi bộ nhớ bởi cơ chế gom rác khi mảng không còn sử dụng nữa, còn có một số ưu điểm quan trọng khác.</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55"/>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Mảng một chiều</a:t>
            </a:r>
            <a:endParaRPr/>
          </a:p>
        </p:txBody>
      </p:sp>
      <p:sp>
        <p:nvSpPr>
          <p:cNvPr id="472" name="Google Shape;472;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55</a:t>
            </a:fld>
            <a:endParaRPr sz="1400" b="0" i="0" u="none" strike="noStrike" cap="none">
              <a:solidFill>
                <a:schemeClr val="dk1"/>
              </a:solidFill>
              <a:latin typeface="Tahoma"/>
              <a:ea typeface="Tahoma"/>
              <a:cs typeface="Tahoma"/>
              <a:sym typeface="Tahoma"/>
            </a:endParaRPr>
          </a:p>
        </p:txBody>
      </p:sp>
      <p:sp>
        <p:nvSpPr>
          <p:cNvPr id="473" name="Google Shape;473;p55"/>
          <p:cNvSpPr txBox="1">
            <a:spLocks noGrp="1"/>
          </p:cNvSpPr>
          <p:nvPr>
            <p:ph type="body" idx="2"/>
          </p:nvPr>
        </p:nvSpPr>
        <p:spPr>
          <a:xfrm>
            <a:off x="228600" y="838200"/>
            <a:ext cx="11430000" cy="54102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a:t>Mảng một chiều (one-dimensional array) là một danh sách các biến có liên quan.</a:t>
            </a:r>
            <a:endParaRPr/>
          </a:p>
          <a:p>
            <a:pPr marL="228600" lvl="0" indent="-228600" algn="l" rtl="0">
              <a:lnSpc>
                <a:spcPct val="90000"/>
              </a:lnSpc>
              <a:spcBef>
                <a:spcPts val="1000"/>
              </a:spcBef>
              <a:spcAft>
                <a:spcPts val="0"/>
              </a:spcAft>
              <a:buClr>
                <a:schemeClr val="dk1"/>
              </a:buClr>
              <a:buSzPts val="2400"/>
              <a:buChar char="•"/>
            </a:pPr>
            <a:r>
              <a:rPr lang="en-US" sz="2400"/>
              <a:t>Khai báo mảng:</a:t>
            </a:r>
            <a:endParaRPr/>
          </a:p>
          <a:p>
            <a:pPr marL="457200" lvl="1" indent="0" algn="l" rtl="0">
              <a:lnSpc>
                <a:spcPct val="90000"/>
              </a:lnSpc>
              <a:spcBef>
                <a:spcPts val="500"/>
              </a:spcBef>
              <a:spcAft>
                <a:spcPts val="0"/>
              </a:spcAft>
              <a:buClr>
                <a:schemeClr val="dk1"/>
              </a:buClr>
              <a:buSzPts val="2400"/>
              <a:buNone/>
            </a:pPr>
            <a:r>
              <a:rPr lang="en-US"/>
              <a:t>kiểu tên-mảng[] = new kiểu[kích-thước];</a:t>
            </a:r>
            <a:endParaRPr/>
          </a:p>
          <a:p>
            <a:pPr marL="228600" lvl="0" indent="-228600" algn="l" rtl="0">
              <a:lnSpc>
                <a:spcPct val="90000"/>
              </a:lnSpc>
              <a:spcBef>
                <a:spcPts val="1000"/>
              </a:spcBef>
              <a:spcAft>
                <a:spcPts val="0"/>
              </a:spcAft>
              <a:buClr>
                <a:schemeClr val="dk1"/>
              </a:buClr>
              <a:buSzPts val="2400"/>
              <a:buChar char="•"/>
            </a:pPr>
            <a:r>
              <a:rPr lang="en-US" sz="2400"/>
              <a:t>Note:</a:t>
            </a:r>
            <a:endParaRPr/>
          </a:p>
          <a:p>
            <a:pPr marL="685800" lvl="1" indent="-228600" algn="l" rtl="0">
              <a:lnSpc>
                <a:spcPct val="90000"/>
              </a:lnSpc>
              <a:spcBef>
                <a:spcPts val="500"/>
              </a:spcBef>
              <a:spcAft>
                <a:spcPts val="0"/>
              </a:spcAft>
              <a:buClr>
                <a:schemeClr val="dk1"/>
              </a:buClr>
              <a:buSzPts val="2400"/>
              <a:buChar char="•"/>
            </a:pPr>
            <a:r>
              <a:rPr lang="en-US"/>
              <a:t>kiểu: khai báo kiểu phần tử của mảng. Kiểu phần tử cũng được gọi là kiểu cơ sở. Kiểu phần tử quyết định kiểu dữ liệu của mỗi phần tử được chứa trong mảng.</a:t>
            </a:r>
            <a:endParaRPr/>
          </a:p>
          <a:p>
            <a:pPr marL="685800" lvl="1" indent="-228600" algn="l" rtl="0">
              <a:lnSpc>
                <a:spcPct val="90000"/>
              </a:lnSpc>
              <a:spcBef>
                <a:spcPts val="500"/>
              </a:spcBef>
              <a:spcAft>
                <a:spcPts val="0"/>
              </a:spcAft>
              <a:buClr>
                <a:schemeClr val="dk1"/>
              </a:buClr>
              <a:buSzPts val="2400"/>
              <a:buChar char="•"/>
            </a:pPr>
            <a:r>
              <a:rPr lang="en-US"/>
              <a:t>kích-thước: số lượng các phần tử mảng sẽ lưu trữ</a:t>
            </a:r>
            <a:endParaRPr/>
          </a:p>
          <a:p>
            <a:pPr marL="228600" lvl="0" indent="-228600" algn="l" rtl="0">
              <a:lnSpc>
                <a:spcPct val="90000"/>
              </a:lnSpc>
              <a:spcBef>
                <a:spcPts val="1000"/>
              </a:spcBef>
              <a:spcAft>
                <a:spcPts val="0"/>
              </a:spcAft>
              <a:buClr>
                <a:schemeClr val="dk1"/>
              </a:buClr>
              <a:buSzPts val="2400"/>
              <a:buChar char="•"/>
            </a:pPr>
            <a:r>
              <a:rPr lang="en-US" sz="2400"/>
              <a:t>Vì được cài đặt như đối tượng, việc tạo mảng là một quá trình hai bước. Đầu tiên, bạn khai báo một biến tham chiếu mảng. Thứ hai, bạn cấp phát bộ nhớ cho mảng thông qua toán tử new, gán tham chiếu tới địa chỉ bộ nhớ đó cho biến mảng.</a:t>
            </a:r>
            <a:endParaRPr/>
          </a:p>
          <a:p>
            <a:pPr marL="228600" lvl="0" indent="-228600" algn="l" rtl="0">
              <a:lnSpc>
                <a:spcPct val="90000"/>
              </a:lnSpc>
              <a:spcBef>
                <a:spcPts val="1000"/>
              </a:spcBef>
              <a:spcAft>
                <a:spcPts val="0"/>
              </a:spcAft>
              <a:buClr>
                <a:schemeClr val="dk1"/>
              </a:buClr>
              <a:buSzPts val="2400"/>
              <a:buChar char="•"/>
            </a:pPr>
            <a:r>
              <a:rPr lang="en-US" sz="2400"/>
              <a:t>Example: int sample[] = new int[10];</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56"/>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Mảng một chiều</a:t>
            </a:r>
            <a:endParaRPr/>
          </a:p>
        </p:txBody>
      </p:sp>
      <p:sp>
        <p:nvSpPr>
          <p:cNvPr id="480" name="Google Shape;480;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56</a:t>
            </a:fld>
            <a:endParaRPr sz="1400" b="0" i="0" u="none" strike="noStrike" cap="none">
              <a:solidFill>
                <a:schemeClr val="dk1"/>
              </a:solidFill>
              <a:latin typeface="Tahoma"/>
              <a:ea typeface="Tahoma"/>
              <a:cs typeface="Tahoma"/>
              <a:sym typeface="Tahoma"/>
            </a:endParaRPr>
          </a:p>
        </p:txBody>
      </p:sp>
      <p:sp>
        <p:nvSpPr>
          <p:cNvPr id="481" name="Google Shape;481;p56"/>
          <p:cNvSpPr txBox="1">
            <a:spLocks noGrp="1"/>
          </p:cNvSpPr>
          <p:nvPr>
            <p:ph type="body" idx="2"/>
          </p:nvPr>
        </p:nvSpPr>
        <p:spPr>
          <a:xfrm>
            <a:off x="228600" y="838200"/>
            <a:ext cx="11430000" cy="541020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400"/>
              <a:buChar char="•"/>
            </a:pPr>
            <a:r>
              <a:rPr lang="en-US" sz="2400"/>
              <a:t>Mỗi phần tử riêng biệt trong một mảng được truy cập thông qua chỉ số. Chỉ số (index) mô tả vị trí của phần tử trong một mảng. Trong Java, phần tử đầu tiên của tất cả các mảng đều có chỉ số là 0. Vì sample có 10 phần tử, nên mảng này có các giá trị chỉ số từ 0 đến 9</a:t>
            </a:r>
            <a:endParaRPr sz="24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57"/>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Mảng một chiều</a:t>
            </a:r>
            <a:endParaRPr/>
          </a:p>
        </p:txBody>
      </p:sp>
      <p:sp>
        <p:nvSpPr>
          <p:cNvPr id="488" name="Google Shape;488;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57</a:t>
            </a:fld>
            <a:endParaRPr sz="1400" b="0" i="0" u="none" strike="noStrike" cap="none">
              <a:solidFill>
                <a:schemeClr val="dk1"/>
              </a:solidFill>
              <a:latin typeface="Tahoma"/>
              <a:ea typeface="Tahoma"/>
              <a:cs typeface="Tahoma"/>
              <a:sym typeface="Tahoma"/>
            </a:endParaRPr>
          </a:p>
        </p:txBody>
      </p:sp>
      <p:pic>
        <p:nvPicPr>
          <p:cNvPr id="489" name="Google Shape;489;p57" descr="A screen shot of a computer program&#10;&#10;Description automatically generated with low confidence"/>
          <p:cNvPicPr preferRelativeResize="0">
            <a:picLocks noGrp="1"/>
          </p:cNvPicPr>
          <p:nvPr>
            <p:ph type="body" idx="2"/>
          </p:nvPr>
        </p:nvPicPr>
        <p:blipFill rotWithShape="1">
          <a:blip r:embed="rId3">
            <a:alphaModFix/>
          </a:blip>
          <a:srcRect/>
          <a:stretch/>
        </p:blipFill>
        <p:spPr>
          <a:xfrm>
            <a:off x="228600" y="1296686"/>
            <a:ext cx="11430000" cy="4493227"/>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58"/>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Khởi tạo mảng một chiều</a:t>
            </a:r>
            <a:endParaRPr/>
          </a:p>
        </p:txBody>
      </p:sp>
      <p:sp>
        <p:nvSpPr>
          <p:cNvPr id="496" name="Google Shape;496;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58</a:t>
            </a:fld>
            <a:endParaRPr sz="1400" b="0" i="0" u="none" strike="noStrike" cap="none">
              <a:solidFill>
                <a:schemeClr val="dk1"/>
              </a:solidFill>
              <a:latin typeface="Tahoma"/>
              <a:ea typeface="Tahoma"/>
              <a:cs typeface="Tahoma"/>
              <a:sym typeface="Tahoma"/>
            </a:endParaRPr>
          </a:p>
        </p:txBody>
      </p:sp>
      <p:sp>
        <p:nvSpPr>
          <p:cNvPr id="497" name="Google Shape;497;p58"/>
          <p:cNvSpPr txBox="1">
            <a:spLocks noGrp="1"/>
          </p:cNvSpPr>
          <p:nvPr>
            <p:ph type="body" idx="2"/>
          </p:nvPr>
        </p:nvSpPr>
        <p:spPr>
          <a:xfrm>
            <a:off x="304800" y="914400"/>
            <a:ext cx="11049000" cy="533400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2800"/>
              <a:buNone/>
            </a:pPr>
            <a:r>
              <a:rPr lang="en-US"/>
              <a:t>kiểu tên-mảng[] = {giá-trị-1, giá-trị-2, giá-trị-3, …, giá-trị-N};</a:t>
            </a:r>
            <a:endParaRPr/>
          </a:p>
          <a:p>
            <a:pPr marL="228600" lvl="0" indent="-228600" algn="just" rtl="0">
              <a:lnSpc>
                <a:spcPct val="90000"/>
              </a:lnSpc>
              <a:spcBef>
                <a:spcPts val="1000"/>
              </a:spcBef>
              <a:spcAft>
                <a:spcPts val="0"/>
              </a:spcAft>
              <a:buClr>
                <a:schemeClr val="dk1"/>
              </a:buClr>
              <a:buSzPts val="2800"/>
              <a:buChar char="•"/>
            </a:pPr>
            <a:r>
              <a:rPr lang="en-US"/>
              <a:t>Note:</a:t>
            </a:r>
            <a:endParaRPr/>
          </a:p>
          <a:p>
            <a:pPr marL="685800" lvl="1" indent="-228600" algn="just" rtl="0">
              <a:lnSpc>
                <a:spcPct val="90000"/>
              </a:lnSpc>
              <a:spcBef>
                <a:spcPts val="500"/>
              </a:spcBef>
              <a:spcAft>
                <a:spcPts val="0"/>
              </a:spcAft>
              <a:buClr>
                <a:schemeClr val="dk1"/>
              </a:buClr>
              <a:buSzPts val="2400"/>
              <a:buChar char="•"/>
            </a:pPr>
            <a:r>
              <a:rPr lang="en-US"/>
              <a:t>Các giá trị ban đầu được chỉ định bởi giá-trị-1 đến giá-trị-N. Chúng được gán tuần tự, từ trái sang phải, theo thứ tự chỉ số. Java tự động cấp phát một mảng đủ lớn để chứa các giá trị khởi tạo được chỉ định. Không nhất thiết cần sử dụng tường minh toán tử new</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59"/>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Khởi tạo mảng một chiều</a:t>
            </a:r>
            <a:endParaRPr/>
          </a:p>
        </p:txBody>
      </p:sp>
      <p:sp>
        <p:nvSpPr>
          <p:cNvPr id="504" name="Google Shape;504;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59</a:t>
            </a:fld>
            <a:endParaRPr sz="1400" b="0" i="0" u="none" strike="noStrike" cap="none">
              <a:solidFill>
                <a:schemeClr val="dk1"/>
              </a:solidFill>
              <a:latin typeface="Tahoma"/>
              <a:ea typeface="Tahoma"/>
              <a:cs typeface="Tahoma"/>
              <a:sym typeface="Tahoma"/>
            </a:endParaRPr>
          </a:p>
        </p:txBody>
      </p:sp>
      <p:pic>
        <p:nvPicPr>
          <p:cNvPr id="505" name="Google Shape;505;p59" descr="A screen shot of a computer&#10;&#10;Description automatically generated with medium confidence"/>
          <p:cNvPicPr preferRelativeResize="0">
            <a:picLocks noGrp="1"/>
          </p:cNvPicPr>
          <p:nvPr>
            <p:ph type="body" idx="2"/>
          </p:nvPr>
        </p:nvPicPr>
        <p:blipFill rotWithShape="1">
          <a:blip r:embed="rId3">
            <a:alphaModFix/>
          </a:blip>
          <a:srcRect/>
          <a:stretch/>
        </p:blipFill>
        <p:spPr>
          <a:xfrm>
            <a:off x="304800" y="1408456"/>
            <a:ext cx="11049000" cy="4345888"/>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60"/>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Mảng đa chiều</a:t>
            </a:r>
            <a:endParaRPr/>
          </a:p>
        </p:txBody>
      </p:sp>
      <p:sp>
        <p:nvSpPr>
          <p:cNvPr id="512" name="Google Shape;512;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60</a:t>
            </a:fld>
            <a:endParaRPr sz="1400" b="0" i="0" u="none" strike="noStrike" cap="none">
              <a:solidFill>
                <a:schemeClr val="dk1"/>
              </a:solidFill>
              <a:latin typeface="Tahoma"/>
              <a:ea typeface="Tahoma"/>
              <a:cs typeface="Tahoma"/>
              <a:sym typeface="Tahoma"/>
            </a:endParaRPr>
          </a:p>
        </p:txBody>
      </p:sp>
      <p:sp>
        <p:nvSpPr>
          <p:cNvPr id="513" name="Google Shape;513;p60"/>
          <p:cNvSpPr txBox="1">
            <a:spLocks noGrp="1"/>
          </p:cNvSpPr>
          <p:nvPr>
            <p:ph type="body" idx="2"/>
          </p:nvPr>
        </p:nvSpPr>
        <p:spPr>
          <a:xfrm>
            <a:off x="228600" y="838200"/>
            <a:ext cx="11125200" cy="54102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a:t>Mảng đa chiều là mảng của các mảng</a:t>
            </a:r>
            <a:endParaRPr/>
          </a:p>
          <a:p>
            <a:pPr marL="228600" lvl="0" indent="-228600" algn="l" rtl="0">
              <a:lnSpc>
                <a:spcPct val="90000"/>
              </a:lnSpc>
              <a:spcBef>
                <a:spcPts val="1000"/>
              </a:spcBef>
              <a:spcAft>
                <a:spcPts val="0"/>
              </a:spcAft>
              <a:buClr>
                <a:schemeClr val="dk1"/>
              </a:buClr>
              <a:buSzPts val="2800"/>
              <a:buChar char="•"/>
            </a:pPr>
            <a:r>
              <a:rPr lang="en-US"/>
              <a:t>Mảng hai chiều</a:t>
            </a:r>
            <a:endParaRPr/>
          </a:p>
          <a:p>
            <a:pPr marL="457200" lvl="1" indent="0" algn="l" rtl="0">
              <a:lnSpc>
                <a:spcPct val="90000"/>
              </a:lnSpc>
              <a:spcBef>
                <a:spcPts val="500"/>
              </a:spcBef>
              <a:spcAft>
                <a:spcPts val="0"/>
              </a:spcAft>
              <a:buClr>
                <a:schemeClr val="dk1"/>
              </a:buClr>
              <a:buSzPts val="2400"/>
              <a:buNone/>
            </a:pPr>
            <a:r>
              <a:rPr lang="en-US"/>
              <a:t>int table[][] = new int[10][20];</a:t>
            </a:r>
            <a:endParaRPr/>
          </a:p>
          <a:p>
            <a:pPr marL="457200" lvl="1" indent="0" algn="l" rtl="0">
              <a:lnSpc>
                <a:spcPct val="90000"/>
              </a:lnSpc>
              <a:spcBef>
                <a:spcPts val="500"/>
              </a:spcBef>
              <a:spcAft>
                <a:spcPts val="0"/>
              </a:spcAft>
              <a:buClr>
                <a:schemeClr val="dk1"/>
              </a:buClr>
              <a:buSzPts val="2400"/>
              <a:buNone/>
            </a:pPr>
            <a:endParaRPr/>
          </a:p>
        </p:txBody>
      </p:sp>
      <p:pic>
        <p:nvPicPr>
          <p:cNvPr id="514" name="Google Shape;514;p60" descr="A picture containing text, software, multimedia software, graphics software&#10;&#10;Description automatically generated"/>
          <p:cNvPicPr preferRelativeResize="0"/>
          <p:nvPr/>
        </p:nvPicPr>
        <p:blipFill rotWithShape="1">
          <a:blip r:embed="rId3">
            <a:alphaModFix/>
          </a:blip>
          <a:srcRect/>
          <a:stretch/>
        </p:blipFill>
        <p:spPr>
          <a:xfrm>
            <a:off x="2209800" y="2438400"/>
            <a:ext cx="7772400" cy="3015909"/>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61"/>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Cú pháp khai báo mảng thay thế</a:t>
            </a:r>
            <a:endParaRPr/>
          </a:p>
        </p:txBody>
      </p:sp>
      <p:sp>
        <p:nvSpPr>
          <p:cNvPr id="521" name="Google Shape;521;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61</a:t>
            </a:fld>
            <a:endParaRPr sz="1400" b="0" i="0" u="none" strike="noStrike" cap="none">
              <a:solidFill>
                <a:schemeClr val="dk1"/>
              </a:solidFill>
              <a:latin typeface="Tahoma"/>
              <a:ea typeface="Tahoma"/>
              <a:cs typeface="Tahoma"/>
              <a:sym typeface="Tahoma"/>
            </a:endParaRPr>
          </a:p>
        </p:txBody>
      </p:sp>
      <p:sp>
        <p:nvSpPr>
          <p:cNvPr id="522" name="Google Shape;522;p61"/>
          <p:cNvSpPr txBox="1">
            <a:spLocks noGrp="1"/>
          </p:cNvSpPr>
          <p:nvPr>
            <p:ph type="body" idx="2"/>
          </p:nvPr>
        </p:nvSpPr>
        <p:spPr>
          <a:xfrm>
            <a:off x="228600" y="914400"/>
            <a:ext cx="11125200" cy="54419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800"/>
              <a:buNone/>
            </a:pPr>
            <a:r>
              <a:rPr lang="en-US"/>
              <a:t>kiểu[] tên-biến;</a:t>
            </a:r>
            <a:endParaRPr/>
          </a:p>
          <a:p>
            <a:pPr marL="228600" lvl="0" indent="-228600" algn="l" rtl="0">
              <a:lnSpc>
                <a:spcPct val="90000"/>
              </a:lnSpc>
              <a:spcBef>
                <a:spcPts val="1000"/>
              </a:spcBef>
              <a:spcAft>
                <a:spcPts val="0"/>
              </a:spcAft>
              <a:buClr>
                <a:schemeClr val="dk1"/>
              </a:buClr>
              <a:buSzPts val="2800"/>
              <a:buChar char="•"/>
            </a:pPr>
            <a:r>
              <a:rPr lang="en-US"/>
              <a:t>Example:</a:t>
            </a:r>
            <a:endParaRPr/>
          </a:p>
          <a:p>
            <a:pPr marL="457200" lvl="1" indent="0" algn="l" rtl="0">
              <a:lnSpc>
                <a:spcPct val="90000"/>
              </a:lnSpc>
              <a:spcBef>
                <a:spcPts val="500"/>
              </a:spcBef>
              <a:spcAft>
                <a:spcPts val="0"/>
              </a:spcAft>
              <a:buClr>
                <a:schemeClr val="dk1"/>
              </a:buClr>
              <a:buSzPts val="2400"/>
              <a:buNone/>
            </a:pPr>
            <a:r>
              <a:rPr lang="en-US"/>
              <a:t>int counter[] = new int[3];</a:t>
            </a:r>
            <a:endParaRPr/>
          </a:p>
          <a:p>
            <a:pPr marL="457200" lvl="1" indent="0" algn="l" rtl="0">
              <a:lnSpc>
                <a:spcPct val="90000"/>
              </a:lnSpc>
              <a:spcBef>
                <a:spcPts val="500"/>
              </a:spcBef>
              <a:spcAft>
                <a:spcPts val="0"/>
              </a:spcAft>
              <a:buClr>
                <a:schemeClr val="dk1"/>
              </a:buClr>
              <a:buSzPts val="2400"/>
              <a:buNone/>
            </a:pPr>
            <a:r>
              <a:rPr lang="en-US"/>
              <a:t>int[] counter = new int[3];</a:t>
            </a:r>
            <a:endParaRPr/>
          </a:p>
          <a:p>
            <a:pPr marL="457200" lvl="1" indent="0" algn="l" rtl="0">
              <a:lnSpc>
                <a:spcPct val="90000"/>
              </a:lnSpc>
              <a:spcBef>
                <a:spcPts val="500"/>
              </a:spcBef>
              <a:spcAft>
                <a:spcPts val="0"/>
              </a:spcAft>
              <a:buClr>
                <a:schemeClr val="dk1"/>
              </a:buClr>
              <a:buSzPts val="2400"/>
              <a:buNone/>
            </a:pPr>
            <a:endParaRPr/>
          </a:p>
          <a:p>
            <a:pPr marL="457200" lvl="1" indent="0" algn="l" rtl="0">
              <a:lnSpc>
                <a:spcPct val="90000"/>
              </a:lnSpc>
              <a:spcBef>
                <a:spcPts val="500"/>
              </a:spcBef>
              <a:spcAft>
                <a:spcPts val="0"/>
              </a:spcAft>
              <a:buClr>
                <a:schemeClr val="dk1"/>
              </a:buClr>
              <a:buSzPts val="2400"/>
              <a:buNone/>
            </a:pPr>
            <a:r>
              <a:rPr lang="en-US"/>
              <a:t>char table[][] = new char[3][4];</a:t>
            </a:r>
            <a:endParaRPr/>
          </a:p>
          <a:p>
            <a:pPr marL="457200" lvl="1" indent="0" algn="l" rtl="0">
              <a:lnSpc>
                <a:spcPct val="90000"/>
              </a:lnSpc>
              <a:spcBef>
                <a:spcPts val="500"/>
              </a:spcBef>
              <a:spcAft>
                <a:spcPts val="0"/>
              </a:spcAft>
              <a:buClr>
                <a:schemeClr val="dk1"/>
              </a:buClr>
              <a:buSzPts val="2400"/>
              <a:buNone/>
            </a:pPr>
            <a:r>
              <a:rPr lang="en-US"/>
              <a:t>char[][] table = new char[3][4];</a:t>
            </a:r>
            <a:endParaRPr/>
          </a:p>
          <a:p>
            <a:pPr marL="457200" lvl="1" indent="0" algn="l" rtl="0">
              <a:lnSpc>
                <a:spcPct val="90000"/>
              </a:lnSpc>
              <a:spcBef>
                <a:spcPts val="500"/>
              </a:spcBef>
              <a:spcAft>
                <a:spcPts val="0"/>
              </a:spcAft>
              <a:buClr>
                <a:schemeClr val="dk1"/>
              </a:buClr>
              <a:buSzPts val="2400"/>
              <a:buNone/>
            </a:pPr>
            <a:endParaRPr/>
          </a:p>
          <a:p>
            <a:pPr marL="457200" lvl="1" indent="0" algn="l" rtl="0">
              <a:lnSpc>
                <a:spcPct val="90000"/>
              </a:lnSpc>
              <a:spcBef>
                <a:spcPts val="500"/>
              </a:spcBef>
              <a:spcAft>
                <a:spcPts val="0"/>
              </a:spcAft>
              <a:buClr>
                <a:schemeClr val="dk1"/>
              </a:buClr>
              <a:buSzPts val="2400"/>
              <a:buNone/>
            </a:pPr>
            <a:r>
              <a:rPr lang="en-US"/>
              <a:t>int[] nums, nums2, nums3;</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62"/>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Vòng lặp kiểu for-each</a:t>
            </a:r>
            <a:endParaRPr/>
          </a:p>
        </p:txBody>
      </p:sp>
      <p:sp>
        <p:nvSpPr>
          <p:cNvPr id="529" name="Google Shape;529;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62</a:t>
            </a:fld>
            <a:endParaRPr sz="1400" b="0" i="0" u="none" strike="noStrike" cap="none">
              <a:solidFill>
                <a:schemeClr val="dk1"/>
              </a:solidFill>
              <a:latin typeface="Tahoma"/>
              <a:ea typeface="Tahoma"/>
              <a:cs typeface="Tahoma"/>
              <a:sym typeface="Tahoma"/>
            </a:endParaRPr>
          </a:p>
        </p:txBody>
      </p:sp>
      <p:sp>
        <p:nvSpPr>
          <p:cNvPr id="530" name="Google Shape;530;p62"/>
          <p:cNvSpPr txBox="1">
            <a:spLocks noGrp="1"/>
          </p:cNvSpPr>
          <p:nvPr>
            <p:ph type="body" idx="2"/>
          </p:nvPr>
        </p:nvSpPr>
        <p:spPr>
          <a:xfrm>
            <a:off x="228600" y="769938"/>
            <a:ext cx="11125200" cy="547846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800"/>
              <a:buNone/>
            </a:pPr>
            <a:r>
              <a:rPr lang="en-US"/>
              <a:t>for(kiểu biến-lặp: tên-tập-hợp) khối-câu-lệnh;</a:t>
            </a:r>
            <a:endParaRPr/>
          </a:p>
          <a:p>
            <a:pPr marL="228600" lvl="0" indent="-228600" algn="l" rtl="0">
              <a:lnSpc>
                <a:spcPct val="90000"/>
              </a:lnSpc>
              <a:spcBef>
                <a:spcPts val="1000"/>
              </a:spcBef>
              <a:spcAft>
                <a:spcPts val="0"/>
              </a:spcAft>
              <a:buClr>
                <a:schemeClr val="dk1"/>
              </a:buClr>
              <a:buSzPts val="2800"/>
              <a:buChar char="•"/>
            </a:pPr>
            <a:r>
              <a:rPr lang="en-US"/>
              <a:t>Note:</a:t>
            </a:r>
            <a:endParaRPr/>
          </a:p>
          <a:p>
            <a:pPr marL="685800" lvl="1" indent="-228600" algn="l" rtl="0">
              <a:lnSpc>
                <a:spcPct val="90000"/>
              </a:lnSpc>
              <a:spcBef>
                <a:spcPts val="500"/>
              </a:spcBef>
              <a:spcAft>
                <a:spcPts val="0"/>
              </a:spcAft>
              <a:buClr>
                <a:schemeClr val="dk1"/>
              </a:buClr>
              <a:buSzPts val="2400"/>
              <a:buChar char="•"/>
            </a:pPr>
            <a:r>
              <a:rPr lang="en-US"/>
              <a:t>kiểu: chỉ định kiểu dữ liệu</a:t>
            </a:r>
            <a:endParaRPr/>
          </a:p>
          <a:p>
            <a:pPr marL="685800" lvl="1" indent="-228600" algn="l" rtl="0">
              <a:lnSpc>
                <a:spcPct val="90000"/>
              </a:lnSpc>
              <a:spcBef>
                <a:spcPts val="500"/>
              </a:spcBef>
              <a:spcAft>
                <a:spcPts val="0"/>
              </a:spcAft>
              <a:buClr>
                <a:schemeClr val="dk1"/>
              </a:buClr>
              <a:buSzPts val="2400"/>
              <a:buChar char="•"/>
            </a:pPr>
            <a:r>
              <a:rPr lang="en-US"/>
              <a:t>biến-lặp: là tên của biến lặp (iteration variable) sẽ lần lượt nhận giá trị của các phần tử trong một tập hợp, mỗi lần một phần tử, từ đầu đến cuối</a:t>
            </a:r>
            <a:endParaRPr/>
          </a:p>
          <a:p>
            <a:pPr marL="685800" lvl="1" indent="-228600" algn="l" rtl="0">
              <a:lnSpc>
                <a:spcPct val="90000"/>
              </a:lnSpc>
              <a:spcBef>
                <a:spcPts val="500"/>
              </a:spcBef>
              <a:spcAft>
                <a:spcPts val="0"/>
              </a:spcAft>
              <a:buClr>
                <a:schemeClr val="dk1"/>
              </a:buClr>
              <a:buSzPts val="2400"/>
              <a:buChar char="•"/>
            </a:pPr>
            <a:r>
              <a:rPr lang="en-US"/>
              <a:t>tên-tập-hợp: là tập hợp được duyệt</a:t>
            </a:r>
            <a:endParaRPr/>
          </a:p>
          <a:p>
            <a:pPr marL="685800" lvl="1" indent="-76200" algn="l" rtl="0">
              <a:lnSpc>
                <a:spcPct val="90000"/>
              </a:lnSpc>
              <a:spcBef>
                <a:spcPts val="500"/>
              </a:spcBef>
              <a:spcAft>
                <a:spcPts val="0"/>
              </a:spcAft>
              <a:buClr>
                <a:schemeClr val="dk1"/>
              </a:buClr>
              <a:buSzPts val="2400"/>
              <a:buNone/>
            </a:pPr>
            <a:endParaRPr/>
          </a:p>
        </p:txBody>
      </p:sp>
      <p:pic>
        <p:nvPicPr>
          <p:cNvPr id="531" name="Google Shape;531;p62" descr="A screen shot of a computer program&#10;&#10;Description automatically generated with medium confidence"/>
          <p:cNvPicPr preferRelativeResize="0"/>
          <p:nvPr/>
        </p:nvPicPr>
        <p:blipFill rotWithShape="1">
          <a:blip r:embed="rId3">
            <a:alphaModFix/>
          </a:blip>
          <a:srcRect/>
          <a:stretch/>
        </p:blipFill>
        <p:spPr>
          <a:xfrm>
            <a:off x="2057400" y="3395870"/>
            <a:ext cx="7772400" cy="2760039"/>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63"/>
          <p:cNvSpPr txBox="1">
            <a:spLocks noGrp="1"/>
          </p:cNvSpPr>
          <p:nvPr>
            <p:ph type="title"/>
          </p:nvPr>
        </p:nvSpPr>
        <p:spPr>
          <a:xfrm>
            <a:off x="228600" y="19685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String</a:t>
            </a:r>
            <a:endParaRPr/>
          </a:p>
        </p:txBody>
      </p:sp>
      <p:sp>
        <p:nvSpPr>
          <p:cNvPr id="538" name="Google Shape;538;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63</a:t>
            </a:fld>
            <a:endParaRPr sz="1400" b="0" i="0" u="none" strike="noStrike" cap="none">
              <a:solidFill>
                <a:schemeClr val="dk1"/>
              </a:solidFill>
              <a:latin typeface="Tahoma"/>
              <a:ea typeface="Tahoma"/>
              <a:cs typeface="Tahoma"/>
              <a:sym typeface="Tahoma"/>
            </a:endParaRPr>
          </a:p>
        </p:txBody>
      </p:sp>
      <p:sp>
        <p:nvSpPr>
          <p:cNvPr id="539" name="Google Shape;539;p63"/>
          <p:cNvSpPr txBox="1">
            <a:spLocks noGrp="1"/>
          </p:cNvSpPr>
          <p:nvPr>
            <p:ph type="body" idx="1"/>
          </p:nvPr>
        </p:nvSpPr>
        <p:spPr>
          <a:xfrm>
            <a:off x="381000" y="1066800"/>
            <a:ext cx="10515600" cy="4351338"/>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Char char="•"/>
            </a:pPr>
            <a:r>
              <a:rPr lang="en-US"/>
              <a:t>String định nghĩa và hỗ trợ các chuỗi ký tự</a:t>
            </a:r>
            <a:endParaRPr/>
          </a:p>
          <a:p>
            <a:pPr marL="228600" lvl="0" indent="-228600" algn="just" rtl="0">
              <a:lnSpc>
                <a:spcPct val="90000"/>
              </a:lnSpc>
              <a:spcBef>
                <a:spcPts val="1000"/>
              </a:spcBef>
              <a:spcAft>
                <a:spcPts val="0"/>
              </a:spcAft>
              <a:buClr>
                <a:schemeClr val="dk1"/>
              </a:buClr>
              <a:buSzPts val="2800"/>
              <a:buChar char="•"/>
            </a:pPr>
            <a:r>
              <a:rPr lang="en-US"/>
              <a:t>Trong nhiều ngôn ngữ lập trình khá, chuỗi là một mảng của các ký tự, nhưng Java không như vậy. Trong Java, String chính là đối tượng.</a:t>
            </a:r>
            <a:endParaRPr/>
          </a:p>
          <a:p>
            <a:pPr marL="228600" lvl="0" indent="-228600" algn="just" rtl="0">
              <a:lnSpc>
                <a:spcPct val="90000"/>
              </a:lnSpc>
              <a:spcBef>
                <a:spcPts val="1000"/>
              </a:spcBef>
              <a:spcAft>
                <a:spcPts val="0"/>
              </a:spcAft>
              <a:buClr>
                <a:schemeClr val="dk1"/>
              </a:buClr>
              <a:buSzPts val="2800"/>
              <a:buChar char="•"/>
            </a:pPr>
            <a:r>
              <a:rPr lang="en-US"/>
              <a:t>Khởi tạo các chuỗi</a:t>
            </a:r>
            <a:endParaRPr/>
          </a:p>
          <a:p>
            <a:pPr marL="457200" lvl="1" indent="0" algn="just" rtl="0">
              <a:lnSpc>
                <a:spcPct val="90000"/>
              </a:lnSpc>
              <a:spcBef>
                <a:spcPts val="500"/>
              </a:spcBef>
              <a:spcAft>
                <a:spcPts val="0"/>
              </a:spcAft>
              <a:buClr>
                <a:schemeClr val="dk1"/>
              </a:buClr>
              <a:buSzPts val="2400"/>
              <a:buNone/>
            </a:pPr>
            <a:r>
              <a:rPr lang="en-US"/>
              <a:t>String str = new String(“Hello”);</a:t>
            </a:r>
            <a:endParaRPr/>
          </a:p>
          <a:p>
            <a:pPr marL="457200" lvl="1" indent="0" algn="just" rtl="0">
              <a:lnSpc>
                <a:spcPct val="90000"/>
              </a:lnSpc>
              <a:spcBef>
                <a:spcPts val="500"/>
              </a:spcBef>
              <a:spcAft>
                <a:spcPts val="0"/>
              </a:spcAft>
              <a:buClr>
                <a:schemeClr val="dk1"/>
              </a:buClr>
              <a:buSzPts val="2400"/>
              <a:buNone/>
            </a:pPr>
            <a:r>
              <a:rPr lang="en-US"/>
              <a:t>String str2 = new String(str);</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64"/>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Các phương thức thao tác trên String</a:t>
            </a:r>
            <a:endParaRPr/>
          </a:p>
        </p:txBody>
      </p:sp>
      <p:sp>
        <p:nvSpPr>
          <p:cNvPr id="546" name="Google Shape;546;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64</a:t>
            </a:fld>
            <a:endParaRPr sz="1400" b="0" i="0" u="none" strike="noStrike" cap="none">
              <a:solidFill>
                <a:schemeClr val="dk1"/>
              </a:solidFill>
              <a:latin typeface="Tahoma"/>
              <a:ea typeface="Tahoma"/>
              <a:cs typeface="Tahoma"/>
              <a:sym typeface="Tahoma"/>
            </a:endParaRPr>
          </a:p>
        </p:txBody>
      </p:sp>
      <p:pic>
        <p:nvPicPr>
          <p:cNvPr id="547" name="Google Shape;547;p64" descr="A screenshot of a computer program&#10;&#10;Description automatically generated with medium confidence"/>
          <p:cNvPicPr preferRelativeResize="0">
            <a:picLocks noGrp="1"/>
          </p:cNvPicPr>
          <p:nvPr>
            <p:ph type="body" idx="2"/>
          </p:nvPr>
        </p:nvPicPr>
        <p:blipFill rotWithShape="1">
          <a:blip r:embed="rId3">
            <a:alphaModFix/>
          </a:blip>
          <a:srcRect/>
          <a:stretch/>
        </p:blipFill>
        <p:spPr>
          <a:xfrm>
            <a:off x="2101723" y="838200"/>
            <a:ext cx="7378954" cy="54102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5"/>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Varargs - Đối số có độ dài biến đổi</a:t>
            </a:r>
            <a:endParaRPr/>
          </a:p>
        </p:txBody>
      </p:sp>
      <p:sp>
        <p:nvSpPr>
          <p:cNvPr id="553" name="Google Shape;553;p65"/>
          <p:cNvSpPr txBox="1">
            <a:spLocks noGrp="1"/>
          </p:cNvSpPr>
          <p:nvPr>
            <p:ph type="body" idx="2"/>
          </p:nvPr>
        </p:nvSpPr>
        <p:spPr>
          <a:xfrm>
            <a:off x="228600" y="914400"/>
            <a:ext cx="11125200" cy="525780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Char char="•"/>
            </a:pPr>
            <a:r>
              <a:rPr lang="en-US"/>
              <a:t>Varargs – viết tắt của từ variable-length argument (đối số có độ dài biến đổi)</a:t>
            </a:r>
            <a:endParaRPr/>
          </a:p>
          <a:p>
            <a:pPr marL="228600" lvl="0" indent="-228600" algn="just" rtl="0">
              <a:lnSpc>
                <a:spcPct val="90000"/>
              </a:lnSpc>
              <a:spcBef>
                <a:spcPts val="1000"/>
              </a:spcBef>
              <a:spcAft>
                <a:spcPts val="0"/>
              </a:spcAft>
              <a:buClr>
                <a:schemeClr val="dk1"/>
              </a:buClr>
              <a:buSzPts val="2800"/>
              <a:buChar char="•"/>
            </a:pPr>
            <a:r>
              <a:rPr lang="en-US"/>
              <a:t>Một đối số độ dài biến đổi được viết bằng cách sử dụng ba dấu chấm (…)</a:t>
            </a:r>
            <a:endParaRPr/>
          </a:p>
          <a:p>
            <a:pPr marL="228600" lvl="0" indent="-228600" algn="just" rtl="0">
              <a:lnSpc>
                <a:spcPct val="90000"/>
              </a:lnSpc>
              <a:spcBef>
                <a:spcPts val="1000"/>
              </a:spcBef>
              <a:spcAft>
                <a:spcPts val="0"/>
              </a:spcAft>
              <a:buClr>
                <a:schemeClr val="dk1"/>
              </a:buClr>
              <a:buSzPts val="2800"/>
              <a:buChar char="•"/>
            </a:pPr>
            <a:r>
              <a:rPr lang="en-US"/>
              <a:t>Một phương thức nhận một đối số có độ dài biến đổi được gọi là phương thức variable-arity hay phương thức varargs. Danh sách đối số của phương thức varags không cố định, mà có độ dài thay đổi.</a:t>
            </a:r>
            <a:endParaRPr/>
          </a:p>
        </p:txBody>
      </p:sp>
      <p:sp>
        <p:nvSpPr>
          <p:cNvPr id="554" name="Google Shape;554;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67"/>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Varargs - Đối số có độ dài biến đổi</a:t>
            </a:r>
            <a:endParaRPr/>
          </a:p>
        </p:txBody>
      </p:sp>
      <p:sp>
        <p:nvSpPr>
          <p:cNvPr id="560" name="Google Shape;560;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66</a:t>
            </a:fld>
            <a:endParaRPr/>
          </a:p>
        </p:txBody>
      </p:sp>
      <p:sp>
        <p:nvSpPr>
          <p:cNvPr id="561" name="Google Shape;561;p67"/>
          <p:cNvSpPr txBox="1">
            <a:spLocks noGrp="1"/>
          </p:cNvSpPr>
          <p:nvPr>
            <p:ph type="body" idx="2"/>
          </p:nvPr>
        </p:nvSpPr>
        <p:spPr>
          <a:xfrm>
            <a:off x="228600" y="914400"/>
            <a:ext cx="11125200" cy="53340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a:t>int… v;</a:t>
            </a:r>
            <a:endParaRPr/>
          </a:p>
          <a:p>
            <a:pPr marL="228600" lvl="0" indent="-228600" algn="l" rtl="0">
              <a:lnSpc>
                <a:spcPct val="90000"/>
              </a:lnSpc>
              <a:spcBef>
                <a:spcPts val="1000"/>
              </a:spcBef>
              <a:spcAft>
                <a:spcPts val="0"/>
              </a:spcAft>
              <a:buClr>
                <a:schemeClr val="dk1"/>
              </a:buClr>
              <a:buSzPts val="2800"/>
              <a:buChar char="•"/>
            </a:pPr>
            <a:r>
              <a:rPr lang="en-US"/>
              <a:t>Cú pháp này thông báo cho trình biên dịch biết rằng varTest() có thể được gọi mà không có hoặc có nhiều tham số.</a:t>
            </a:r>
            <a:endParaRPr/>
          </a:p>
          <a:p>
            <a:pPr marL="228600" lvl="0" indent="-228600" algn="l" rtl="0">
              <a:lnSpc>
                <a:spcPct val="90000"/>
              </a:lnSpc>
              <a:spcBef>
                <a:spcPts val="1000"/>
              </a:spcBef>
              <a:spcAft>
                <a:spcPts val="0"/>
              </a:spcAft>
              <a:buClr>
                <a:schemeClr val="dk1"/>
              </a:buClr>
              <a:buSzPts val="2800"/>
              <a:buChar char="•"/>
            </a:pPr>
            <a:r>
              <a:rPr lang="en-US"/>
              <a:t>v được khai báo ngầm định như là một mảng kiểu int, tức là … đại diện cho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68"/>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Enum</a:t>
            </a:r>
            <a:endParaRPr/>
          </a:p>
        </p:txBody>
      </p:sp>
      <p:sp>
        <p:nvSpPr>
          <p:cNvPr id="567" name="Google Shape;567;p68"/>
          <p:cNvSpPr txBox="1">
            <a:spLocks noGrp="1"/>
          </p:cNvSpPr>
          <p:nvPr>
            <p:ph type="body" idx="2"/>
          </p:nvPr>
        </p:nvSpPr>
        <p:spPr>
          <a:xfrm>
            <a:off x="228600" y="914400"/>
            <a:ext cx="11125200" cy="53340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a:t>Kiểu enum là một kiểu lớp đặc biệt. Nó định nghĩa một loại lớp đặc biệt chỉ có thể được khởi tạo một số lần nhất định.</a:t>
            </a:r>
            <a:endParaRPr/>
          </a:p>
          <a:p>
            <a:pPr marL="228600" lvl="0" indent="-228600" algn="l" rtl="0">
              <a:lnSpc>
                <a:spcPct val="90000"/>
              </a:lnSpc>
              <a:spcBef>
                <a:spcPts val="1000"/>
              </a:spcBef>
              <a:spcAft>
                <a:spcPts val="0"/>
              </a:spcAft>
              <a:buClr>
                <a:schemeClr val="dk1"/>
              </a:buClr>
              <a:buSzPts val="2800"/>
              <a:buChar char="•"/>
            </a:pPr>
            <a:r>
              <a:rPr lang="en-US"/>
              <a:t>Một khai báo enum tức là nhóm tất cả các trường hợp của enum đó. Tất cả chúng đều là hằng số.</a:t>
            </a:r>
            <a:endParaRPr/>
          </a:p>
          <a:p>
            <a:pPr marL="228600" lvl="0" indent="-228600" algn="l" rtl="0">
              <a:lnSpc>
                <a:spcPct val="90000"/>
              </a:lnSpc>
              <a:spcBef>
                <a:spcPts val="1000"/>
              </a:spcBef>
              <a:spcAft>
                <a:spcPts val="0"/>
              </a:spcAft>
              <a:buClr>
                <a:srgbClr val="555555"/>
              </a:buClr>
              <a:buSzPts val="2800"/>
              <a:buChar char="•"/>
            </a:pPr>
            <a:r>
              <a:rPr lang="en-US" b="0" i="0">
                <a:solidFill>
                  <a:srgbClr val="555555"/>
                </a:solidFill>
              </a:rPr>
              <a:t>Bởi vì các giá trị của Enum là các hằng số, nên tên của các trường kiểu enum thường là các chữ cái hoa.</a:t>
            </a:r>
            <a:endParaRPr/>
          </a:p>
        </p:txBody>
      </p:sp>
      <p:sp>
        <p:nvSpPr>
          <p:cNvPr id="568" name="Google Shape;568;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69"/>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Enum</a:t>
            </a:r>
            <a:endParaRPr/>
          </a:p>
        </p:txBody>
      </p:sp>
      <p:pic>
        <p:nvPicPr>
          <p:cNvPr id="574" name="Google Shape;574;p69" descr="A screenshot of a computer&#10;&#10;Description automatically generated"/>
          <p:cNvPicPr preferRelativeResize="0">
            <a:picLocks noGrp="1"/>
          </p:cNvPicPr>
          <p:nvPr>
            <p:ph type="body" idx="2"/>
          </p:nvPr>
        </p:nvPicPr>
        <p:blipFill rotWithShape="1">
          <a:blip r:embed="rId3">
            <a:alphaModFix/>
          </a:blip>
          <a:srcRect/>
          <a:stretch/>
        </p:blipFill>
        <p:spPr>
          <a:xfrm>
            <a:off x="235343" y="896540"/>
            <a:ext cx="4793857" cy="4132660"/>
          </a:xfrm>
          <a:prstGeom prst="rect">
            <a:avLst/>
          </a:prstGeom>
          <a:noFill/>
          <a:ln>
            <a:noFill/>
          </a:ln>
        </p:spPr>
      </p:pic>
      <p:sp>
        <p:nvSpPr>
          <p:cNvPr id="575" name="Google Shape;575;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pic>
        <p:nvPicPr>
          <p:cNvPr id="576" name="Google Shape;576;p69" descr="A screen shot of a computer&#10;&#10;Description automatically generated with medium confidence"/>
          <p:cNvPicPr preferRelativeResize="0"/>
          <p:nvPr/>
        </p:nvPicPr>
        <p:blipFill rotWithShape="1">
          <a:blip r:embed="rId4">
            <a:alphaModFix/>
          </a:blip>
          <a:srcRect/>
          <a:stretch/>
        </p:blipFill>
        <p:spPr>
          <a:xfrm>
            <a:off x="5029199" y="896540"/>
            <a:ext cx="6019801" cy="413266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70"/>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Tham khảo</a:t>
            </a:r>
            <a:endParaRPr/>
          </a:p>
        </p:txBody>
      </p:sp>
      <p:sp>
        <p:nvSpPr>
          <p:cNvPr id="582" name="Google Shape;582;p70"/>
          <p:cNvSpPr txBox="1">
            <a:spLocks noGrp="1"/>
          </p:cNvSpPr>
          <p:nvPr>
            <p:ph type="body" idx="1"/>
          </p:nvPr>
        </p:nvSpPr>
        <p:spPr>
          <a:xfrm>
            <a:off x="381000" y="914400"/>
            <a:ext cx="10515600" cy="4351338"/>
          </a:xfrm>
          <a:prstGeom prst="rect">
            <a:avLst/>
          </a:prstGeom>
          <a:noFill/>
          <a:ln>
            <a:noFill/>
          </a:ln>
        </p:spPr>
        <p:txBody>
          <a:bodyPr spcFirstLastPara="1" wrap="square" lIns="91425" tIns="45700" rIns="91425" bIns="45700" anchor="t" anchorCtr="0">
            <a:noAutofit/>
          </a:bodyPr>
          <a:lstStyle/>
          <a:p>
            <a:pPr marL="228600" lvl="0" indent="-228600" algn="l" rtl="0">
              <a:lnSpc>
                <a:spcPct val="150000"/>
              </a:lnSpc>
              <a:spcBef>
                <a:spcPts val="0"/>
              </a:spcBef>
              <a:spcAft>
                <a:spcPts val="0"/>
              </a:spcAft>
              <a:buClr>
                <a:schemeClr val="dk1"/>
              </a:buClr>
              <a:buSzPts val="2800"/>
              <a:buChar char="•"/>
            </a:pPr>
            <a:r>
              <a:rPr lang="en-US"/>
              <a:t>Java: A Beginner’s Guide – Herbert Schildt</a:t>
            </a:r>
            <a:endParaRPr/>
          </a:p>
          <a:p>
            <a:pPr marL="228600" lvl="0" indent="-228600" algn="l" rtl="0">
              <a:lnSpc>
                <a:spcPct val="150000"/>
              </a:lnSpc>
              <a:spcBef>
                <a:spcPts val="1000"/>
              </a:spcBef>
              <a:spcAft>
                <a:spcPts val="0"/>
              </a:spcAft>
              <a:buClr>
                <a:schemeClr val="dk1"/>
              </a:buClr>
              <a:buSzPts val="2800"/>
              <a:buChar char="•"/>
            </a:pPr>
            <a:r>
              <a:rPr lang="en-US"/>
              <a:t>Effective Java</a:t>
            </a:r>
            <a:endParaRPr/>
          </a:p>
          <a:p>
            <a:pPr marL="228600" lvl="0" indent="-228600" algn="l" rtl="0">
              <a:lnSpc>
                <a:spcPct val="150000"/>
              </a:lnSpc>
              <a:spcBef>
                <a:spcPts val="1000"/>
              </a:spcBef>
              <a:spcAft>
                <a:spcPts val="0"/>
              </a:spcAft>
              <a:buClr>
                <a:schemeClr val="dk1"/>
              </a:buClr>
              <a:buSzPts val="2800"/>
              <a:buChar char="•"/>
            </a:pPr>
            <a:r>
              <a:rPr lang="en-US"/>
              <a:t>https://gpcoder.com/category/java-core/basic-java/</a:t>
            </a:r>
            <a:endParaRPr/>
          </a:p>
          <a:p>
            <a:pPr marL="685800" lvl="1" indent="-76200" algn="l" rtl="0">
              <a:lnSpc>
                <a:spcPct val="90000"/>
              </a:lnSpc>
              <a:spcBef>
                <a:spcPts val="500"/>
              </a:spcBef>
              <a:spcAft>
                <a:spcPts val="0"/>
              </a:spcAft>
              <a:buClr>
                <a:schemeClr val="dk1"/>
              </a:buClr>
              <a:buSzPts val="2400"/>
              <a:buNone/>
            </a:pPr>
            <a:endParaRPr/>
          </a:p>
          <a:p>
            <a:pPr marL="685800" lvl="1" indent="-228600" algn="l" rtl="0">
              <a:lnSpc>
                <a:spcPct val="90000"/>
              </a:lnSpc>
              <a:spcBef>
                <a:spcPts val="500"/>
              </a:spcBef>
              <a:spcAft>
                <a:spcPts val="0"/>
              </a:spcAft>
              <a:buClr>
                <a:schemeClr val="dk1"/>
              </a:buClr>
              <a:buSzPts val="2400"/>
              <a:buFont typeface="Noto Sans Symbols"/>
              <a:buNone/>
            </a:pPr>
            <a:endParaRPr/>
          </a:p>
          <a:p>
            <a:pPr marL="228600" lvl="0" indent="-50800" algn="l" rtl="0">
              <a:lnSpc>
                <a:spcPct val="90000"/>
              </a:lnSpc>
              <a:spcBef>
                <a:spcPts val="1000"/>
              </a:spcBef>
              <a:spcAft>
                <a:spcPts val="0"/>
              </a:spcAft>
              <a:buClr>
                <a:schemeClr val="dk1"/>
              </a:buClr>
              <a:buSzPts val="2800"/>
              <a:buNone/>
            </a:pPr>
            <a:endParaRPr/>
          </a:p>
        </p:txBody>
      </p:sp>
      <p:sp>
        <p:nvSpPr>
          <p:cNvPr id="583" name="Google Shape;583;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69</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name="Blend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4040</Words>
  <Application>Microsoft Macintosh PowerPoint</Application>
  <PresentationFormat>Widescreen</PresentationFormat>
  <Paragraphs>389</Paragraphs>
  <Slides>69</Slides>
  <Notes>69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69</vt:i4>
      </vt:variant>
    </vt:vector>
  </HeadingPairs>
  <TitlesOfParts>
    <vt:vector size="77" baseType="lpstr">
      <vt:lpstr>Arial</vt:lpstr>
      <vt:lpstr>Consolas</vt:lpstr>
      <vt:lpstr>Noto Sans Symbols</vt:lpstr>
      <vt:lpstr>Tahoma</vt:lpstr>
      <vt:lpstr>Helvetica Neue</vt:lpstr>
      <vt:lpstr>Calibri</vt:lpstr>
      <vt:lpstr>Times New Roman</vt:lpstr>
      <vt:lpstr>Blends</vt:lpstr>
      <vt:lpstr>PowerPoint Presentation</vt:lpstr>
      <vt:lpstr>Mục đích bài học</vt:lpstr>
      <vt:lpstr>Tạo Project mới</vt:lpstr>
      <vt:lpstr>Tạo Project mới</vt:lpstr>
      <vt:lpstr>Tạo Package</vt:lpstr>
      <vt:lpstr>Tạo Package</vt:lpstr>
      <vt:lpstr>Tạo Class</vt:lpstr>
      <vt:lpstr>Tạo Class</vt:lpstr>
      <vt:lpstr>Hello World</vt:lpstr>
      <vt:lpstr>Các khối xây dung cơ bản của Java - Class</vt:lpstr>
      <vt:lpstr>Các khối xây dung cơ bản của Java - Package</vt:lpstr>
      <vt:lpstr>Các khối xây dung cơ bản của Java – Access Modifiers</vt:lpstr>
      <vt:lpstr>Giải thích code</vt:lpstr>
      <vt:lpstr>Giải thích code</vt:lpstr>
      <vt:lpstr>Giải thích code</vt:lpstr>
      <vt:lpstr>Variable - Biến</vt:lpstr>
      <vt:lpstr>Cách đặt tên cho biến</vt:lpstr>
      <vt:lpstr>Kiểu dữ liệu nguyên thủy</vt:lpstr>
      <vt:lpstr>Kiểu dữ liệu nguyên thủy</vt:lpstr>
      <vt:lpstr>Toán tử số học</vt:lpstr>
      <vt:lpstr>Toán tử quan hệ</vt:lpstr>
      <vt:lpstr>Toán tử thao tác bit</vt:lpstr>
      <vt:lpstr>Toán tử logic</vt:lpstr>
      <vt:lpstr>Các toán tử gán</vt:lpstr>
      <vt:lpstr>Thứ tự ưu tiên của các toán tử</vt:lpstr>
      <vt:lpstr>Một số ký tự đặc biệt</vt:lpstr>
      <vt:lpstr>Chuyển đổi kiểu dữ liệu trong phép gán</vt:lpstr>
      <vt:lpstr>Câu lệnh điều khiển – if </vt:lpstr>
      <vt:lpstr>Câu lệnh điều khiển – if - else</vt:lpstr>
      <vt:lpstr>Câu lệnh điều khiển – if – else if – else </vt:lpstr>
      <vt:lpstr>Câu lệnh điều khiển – switch </vt:lpstr>
      <vt:lpstr>Câu lệnh điều khiển – for </vt:lpstr>
      <vt:lpstr>Câu lệnh điều khiển – while </vt:lpstr>
      <vt:lpstr>Câu lệnh điều khiển – do – while  </vt:lpstr>
      <vt:lpstr>Câu lênh break</vt:lpstr>
      <vt:lpstr>Câu lệnh continue</vt:lpstr>
      <vt:lpstr>Lớp - class</vt:lpstr>
      <vt:lpstr>Dạng tổng quát của lớp</vt:lpstr>
      <vt:lpstr>Lớp – Class </vt:lpstr>
      <vt:lpstr>Lớp – Class </vt:lpstr>
      <vt:lpstr>Đối tượng được tạo ra như thế nào</vt:lpstr>
      <vt:lpstr>Đối tượng được tạo ra như thế nào</vt:lpstr>
      <vt:lpstr>Cách đặt tên class</vt:lpstr>
      <vt:lpstr>Phương thức</vt:lpstr>
      <vt:lpstr>Phương thức</vt:lpstr>
      <vt:lpstr>Phương thức trả về một giá trị</vt:lpstr>
      <vt:lpstr>Phương thức sử dụng tham số</vt:lpstr>
      <vt:lpstr>Phương thức khởi tạo</vt:lpstr>
      <vt:lpstr>Phương thức khởi tạo</vt:lpstr>
      <vt:lpstr>Phương thức khởi tạo có tham số</vt:lpstr>
      <vt:lpstr>Phương thức khởi tạo</vt:lpstr>
      <vt:lpstr>Từ khóa This</vt:lpstr>
      <vt:lpstr>Từ khóa This</vt:lpstr>
      <vt:lpstr>Mảng - Array  </vt:lpstr>
      <vt:lpstr>Mảng một chiều</vt:lpstr>
      <vt:lpstr>Mảng một chiều</vt:lpstr>
      <vt:lpstr>Mảng một chiều</vt:lpstr>
      <vt:lpstr>Khởi tạo mảng một chiều</vt:lpstr>
      <vt:lpstr>Khởi tạo mảng một chiều</vt:lpstr>
      <vt:lpstr>Mảng đa chiều</vt:lpstr>
      <vt:lpstr>Cú pháp khai báo mảng thay thế</vt:lpstr>
      <vt:lpstr>Vòng lặp kiểu for-each</vt:lpstr>
      <vt:lpstr>String</vt:lpstr>
      <vt:lpstr>Các phương thức thao tác trên String</vt:lpstr>
      <vt:lpstr>Varargs - Đối số có độ dài biến đổi</vt:lpstr>
      <vt:lpstr>Varargs - Đối số có độ dài biến đổi</vt:lpstr>
      <vt:lpstr>Enum</vt:lpstr>
      <vt:lpstr>Enum</vt:lpstr>
      <vt:lpstr>Tham khảo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YWC</dc:creator>
  <cp:lastModifiedBy>Tuyen Luu Minh</cp:lastModifiedBy>
  <cp:revision>8</cp:revision>
  <dcterms:created xsi:type="dcterms:W3CDTF">2005-08-06T12:02:07Z</dcterms:created>
  <dcterms:modified xsi:type="dcterms:W3CDTF">2026-04-20T02:11:26Z</dcterms:modified>
</cp:coreProperties>
</file>